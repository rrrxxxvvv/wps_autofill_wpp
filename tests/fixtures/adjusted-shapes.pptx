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8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4"/>
        <p:guide pos="385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-10333990" y="47625"/>
            <a:ext cx="1468755" cy="272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>
            <a:off x="-10333990" y="567690"/>
            <a:ext cx="1456690" cy="3321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-10328275" y="1045210"/>
            <a:ext cx="1372235" cy="3683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肘形连接符 6"/>
          <p:cNvCxnSpPr/>
          <p:nvPr/>
        </p:nvCxnSpPr>
        <p:spPr>
          <a:xfrm>
            <a:off x="-10292080" y="1510665"/>
            <a:ext cx="1287780" cy="417195"/>
          </a:xfrm>
          <a:prstGeom prst="bentConnector3">
            <a:avLst>
              <a:gd name="adj1" fmla="val 50049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肘形连接符 7"/>
          <p:cNvCxnSpPr/>
          <p:nvPr/>
        </p:nvCxnSpPr>
        <p:spPr>
          <a:xfrm>
            <a:off x="-10182860" y="1993900"/>
            <a:ext cx="1136015" cy="387350"/>
          </a:xfrm>
          <a:prstGeom prst="bentConnector3">
            <a:avLst>
              <a:gd name="adj1" fmla="val 50028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肘形连接符 8"/>
          <p:cNvCxnSpPr/>
          <p:nvPr/>
        </p:nvCxnSpPr>
        <p:spPr>
          <a:xfrm>
            <a:off x="-10206990" y="2417445"/>
            <a:ext cx="984885" cy="531495"/>
          </a:xfrm>
          <a:prstGeom prst="bentConnector3">
            <a:avLst>
              <a:gd name="adj1" fmla="val 50032"/>
            </a:avLst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曲线连接符 9"/>
          <p:cNvCxnSpPr/>
          <p:nvPr/>
        </p:nvCxnSpPr>
        <p:spPr>
          <a:xfrm>
            <a:off x="-10231120" y="2963545"/>
            <a:ext cx="1281430" cy="888365"/>
          </a:xfrm>
          <a:prstGeom prst="curvedConnector3">
            <a:avLst>
              <a:gd name="adj1" fmla="val 5005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曲线连接符 10"/>
          <p:cNvCxnSpPr/>
          <p:nvPr/>
        </p:nvCxnSpPr>
        <p:spPr>
          <a:xfrm>
            <a:off x="-10309860" y="3334385"/>
            <a:ext cx="1317625" cy="828040"/>
          </a:xfrm>
          <a:prstGeom prst="curvedConnector3">
            <a:avLst>
              <a:gd name="adj1" fmla="val 50024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曲线连接符 11"/>
          <p:cNvCxnSpPr/>
          <p:nvPr/>
        </p:nvCxnSpPr>
        <p:spPr>
          <a:xfrm>
            <a:off x="-10255250" y="3903980"/>
            <a:ext cx="1190625" cy="737235"/>
          </a:xfrm>
          <a:prstGeom prst="curvedConnector3">
            <a:avLst>
              <a:gd name="adj1" fmla="val 50027"/>
            </a:avLst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任意多边形 15"/>
          <p:cNvSpPr/>
          <p:nvPr/>
        </p:nvSpPr>
        <p:spPr>
          <a:xfrm>
            <a:off x="-10215880" y="4428490"/>
            <a:ext cx="1355725" cy="533400"/>
          </a:xfrm>
          <a:custGeom>
            <a:avLst/>
            <a:gdLst>
              <a:gd name="connisteX0" fmla="*/ 0 w 1355725"/>
              <a:gd name="connsiteY0" fmla="*/ 0 h 533406"/>
              <a:gd name="connisteX1" fmla="*/ 469265 w 1355725"/>
              <a:gd name="connsiteY1" fmla="*/ 288290 h 533406"/>
              <a:gd name="connisteX2" fmla="*/ 1196975 w 1355725"/>
              <a:gd name="connsiteY2" fmla="*/ 533400 h 533406"/>
              <a:gd name="connisteX3" fmla="*/ 1355725 w 1355725"/>
              <a:gd name="connsiteY3" fmla="*/ 295275 h 533406"/>
              <a:gd name="connisteX4" fmla="*/ 1550670 w 1355725"/>
              <a:gd name="connsiteY4" fmla="*/ 245110 h 53340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355725" h="533407">
                <a:moveTo>
                  <a:pt x="0" y="0"/>
                </a:moveTo>
                <a:cubicBezTo>
                  <a:pt x="79375" y="52705"/>
                  <a:pt x="229870" y="181610"/>
                  <a:pt x="469265" y="288290"/>
                </a:cubicBezTo>
                <a:cubicBezTo>
                  <a:pt x="708660" y="394970"/>
                  <a:pt x="1019810" y="532130"/>
                  <a:pt x="1196975" y="533400"/>
                </a:cubicBezTo>
                <a:cubicBezTo>
                  <a:pt x="1374140" y="534670"/>
                  <a:pt x="1285240" y="353060"/>
                  <a:pt x="1355725" y="295275"/>
                </a:cubicBezTo>
              </a:path>
            </a:pathLst>
          </a:cu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/>
        </p:nvSpPr>
        <p:spPr>
          <a:xfrm>
            <a:off x="-10294620" y="4976495"/>
            <a:ext cx="1477645" cy="634365"/>
          </a:xfrm>
          <a:custGeom>
            <a:avLst/>
            <a:gdLst>
              <a:gd name="connisteX0" fmla="*/ 0 w 1477645"/>
              <a:gd name="connsiteY0" fmla="*/ 0 h 634365"/>
              <a:gd name="connisteX1" fmla="*/ 64770 w 1477645"/>
              <a:gd name="connsiteY1" fmla="*/ 57785 h 634365"/>
              <a:gd name="connisteX2" fmla="*/ 114935 w 1477645"/>
              <a:gd name="connsiteY2" fmla="*/ 122555 h 634365"/>
              <a:gd name="connisteX3" fmla="*/ 194310 w 1477645"/>
              <a:gd name="connsiteY3" fmla="*/ 201930 h 634365"/>
              <a:gd name="connisteX4" fmla="*/ 266700 w 1477645"/>
              <a:gd name="connsiteY4" fmla="*/ 245110 h 634365"/>
              <a:gd name="connisteX5" fmla="*/ 338455 w 1477645"/>
              <a:gd name="connsiteY5" fmla="*/ 316865 h 634365"/>
              <a:gd name="connisteX6" fmla="*/ 403225 w 1477645"/>
              <a:gd name="connsiteY6" fmla="*/ 367665 h 634365"/>
              <a:gd name="connisteX7" fmla="*/ 468630 w 1477645"/>
              <a:gd name="connsiteY7" fmla="*/ 389255 h 634365"/>
              <a:gd name="connisteX8" fmla="*/ 533400 w 1477645"/>
              <a:gd name="connsiteY8" fmla="*/ 389255 h 634365"/>
              <a:gd name="connisteX9" fmla="*/ 619760 w 1477645"/>
              <a:gd name="connsiteY9" fmla="*/ 389255 h 634365"/>
              <a:gd name="connisteX10" fmla="*/ 692150 w 1477645"/>
              <a:gd name="connsiteY10" fmla="*/ 381635 h 634365"/>
              <a:gd name="connisteX11" fmla="*/ 756920 w 1477645"/>
              <a:gd name="connsiteY11" fmla="*/ 396240 h 634365"/>
              <a:gd name="connisteX12" fmla="*/ 828675 w 1477645"/>
              <a:gd name="connsiteY12" fmla="*/ 417830 h 634365"/>
              <a:gd name="connisteX13" fmla="*/ 894080 w 1477645"/>
              <a:gd name="connsiteY13" fmla="*/ 432435 h 634365"/>
              <a:gd name="connisteX14" fmla="*/ 965835 w 1477645"/>
              <a:gd name="connsiteY14" fmla="*/ 497205 h 634365"/>
              <a:gd name="connisteX15" fmla="*/ 1009015 w 1477645"/>
              <a:gd name="connsiteY15" fmla="*/ 569595 h 634365"/>
              <a:gd name="connisteX16" fmla="*/ 1073785 w 1477645"/>
              <a:gd name="connsiteY16" fmla="*/ 627380 h 634365"/>
              <a:gd name="connisteX17" fmla="*/ 1139190 w 1477645"/>
              <a:gd name="connsiteY17" fmla="*/ 634365 h 634365"/>
              <a:gd name="connisteX18" fmla="*/ 1210945 w 1477645"/>
              <a:gd name="connsiteY18" fmla="*/ 627380 h 634365"/>
              <a:gd name="connisteX19" fmla="*/ 1283335 w 1477645"/>
              <a:gd name="connsiteY19" fmla="*/ 605155 h 634365"/>
              <a:gd name="connisteX20" fmla="*/ 1348105 w 1477645"/>
              <a:gd name="connsiteY20" fmla="*/ 569595 h 634365"/>
              <a:gd name="connisteX21" fmla="*/ 1412875 w 1477645"/>
              <a:gd name="connsiteY21" fmla="*/ 540385 h 634365"/>
              <a:gd name="connisteX22" fmla="*/ 1477645 w 1477645"/>
              <a:gd name="connsiteY22" fmla="*/ 504825 h 63436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</a:cxnLst>
            <a:rect l="l" t="t" r="r" b="b"/>
            <a:pathLst>
              <a:path w="1477645" h="634365">
                <a:moveTo>
                  <a:pt x="0" y="0"/>
                </a:moveTo>
                <a:lnTo>
                  <a:pt x="64770" y="57785"/>
                </a:lnTo>
                <a:lnTo>
                  <a:pt x="114935" y="122555"/>
                </a:lnTo>
                <a:lnTo>
                  <a:pt x="194310" y="201930"/>
                </a:lnTo>
                <a:lnTo>
                  <a:pt x="266700" y="245110"/>
                </a:lnTo>
                <a:lnTo>
                  <a:pt x="338455" y="316865"/>
                </a:lnTo>
                <a:lnTo>
                  <a:pt x="403225" y="367665"/>
                </a:lnTo>
                <a:lnTo>
                  <a:pt x="468630" y="389255"/>
                </a:lnTo>
                <a:lnTo>
                  <a:pt x="533400" y="389255"/>
                </a:lnTo>
                <a:lnTo>
                  <a:pt x="619760" y="389255"/>
                </a:lnTo>
                <a:lnTo>
                  <a:pt x="692150" y="381635"/>
                </a:lnTo>
                <a:lnTo>
                  <a:pt x="756920" y="396240"/>
                </a:lnTo>
                <a:lnTo>
                  <a:pt x="828675" y="417830"/>
                </a:lnTo>
                <a:lnTo>
                  <a:pt x="894080" y="432435"/>
                </a:lnTo>
                <a:lnTo>
                  <a:pt x="965835" y="497205"/>
                </a:lnTo>
                <a:lnTo>
                  <a:pt x="1009015" y="569595"/>
                </a:lnTo>
                <a:lnTo>
                  <a:pt x="1073785" y="627380"/>
                </a:lnTo>
                <a:lnTo>
                  <a:pt x="1139190" y="634365"/>
                </a:lnTo>
                <a:lnTo>
                  <a:pt x="1210945" y="627380"/>
                </a:lnTo>
                <a:lnTo>
                  <a:pt x="1283335" y="605155"/>
                </a:lnTo>
                <a:lnTo>
                  <a:pt x="1348105" y="569595"/>
                </a:lnTo>
                <a:lnTo>
                  <a:pt x="1412875" y="540385"/>
                </a:lnTo>
                <a:lnTo>
                  <a:pt x="1477645" y="504825"/>
                </a:lnTo>
              </a:path>
            </a:pathLst>
          </a:cu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>
            <a:off x="-10381615" y="5625465"/>
            <a:ext cx="1449705" cy="609600"/>
          </a:xfrm>
          <a:custGeom>
            <a:avLst/>
            <a:gdLst>
              <a:gd name="connisteX0" fmla="*/ 0 w 1449705"/>
              <a:gd name="connsiteY0" fmla="*/ 0 h 609403"/>
              <a:gd name="connisteX1" fmla="*/ 79375 w 1449705"/>
              <a:gd name="connsiteY1" fmla="*/ 93345 h 609403"/>
              <a:gd name="connisteX2" fmla="*/ 158750 w 1449705"/>
              <a:gd name="connsiteY2" fmla="*/ 187325 h 609403"/>
              <a:gd name="connisteX3" fmla="*/ 231140 w 1449705"/>
              <a:gd name="connsiteY3" fmla="*/ 266700 h 609403"/>
              <a:gd name="connisteX4" fmla="*/ 332105 w 1449705"/>
              <a:gd name="connsiteY4" fmla="*/ 367665 h 609403"/>
              <a:gd name="connisteX5" fmla="*/ 411480 w 1449705"/>
              <a:gd name="connsiteY5" fmla="*/ 447040 h 609403"/>
              <a:gd name="connisteX6" fmla="*/ 476250 w 1449705"/>
              <a:gd name="connsiteY6" fmla="*/ 497205 h 609403"/>
              <a:gd name="connisteX7" fmla="*/ 541020 w 1449705"/>
              <a:gd name="connsiteY7" fmla="*/ 533400 h 609403"/>
              <a:gd name="connisteX8" fmla="*/ 635000 w 1449705"/>
              <a:gd name="connsiteY8" fmla="*/ 576580 h 609403"/>
              <a:gd name="connisteX9" fmla="*/ 721360 w 1449705"/>
              <a:gd name="connsiteY9" fmla="*/ 598170 h 609403"/>
              <a:gd name="connisteX10" fmla="*/ 800735 w 1449705"/>
              <a:gd name="connsiteY10" fmla="*/ 598170 h 609403"/>
              <a:gd name="connisteX11" fmla="*/ 887095 w 1449705"/>
              <a:gd name="connsiteY11" fmla="*/ 605155 h 609403"/>
              <a:gd name="connisteX12" fmla="*/ 951865 w 1449705"/>
              <a:gd name="connsiteY12" fmla="*/ 605155 h 609403"/>
              <a:gd name="connisteX13" fmla="*/ 1031240 w 1449705"/>
              <a:gd name="connsiteY13" fmla="*/ 561975 h 609403"/>
              <a:gd name="connisteX14" fmla="*/ 1096010 w 1449705"/>
              <a:gd name="connsiteY14" fmla="*/ 504190 h 609403"/>
              <a:gd name="connisteX15" fmla="*/ 1168400 w 1449705"/>
              <a:gd name="connsiteY15" fmla="*/ 482600 h 609403"/>
              <a:gd name="connisteX16" fmla="*/ 1240155 w 1449705"/>
              <a:gd name="connsiteY16" fmla="*/ 475615 h 609403"/>
              <a:gd name="connisteX17" fmla="*/ 1304925 w 1449705"/>
              <a:gd name="connsiteY17" fmla="*/ 468630 h 609403"/>
              <a:gd name="connisteX18" fmla="*/ 1370330 w 1449705"/>
              <a:gd name="connsiteY18" fmla="*/ 468630 h 609403"/>
              <a:gd name="connisteX19" fmla="*/ 1449705 w 1449705"/>
              <a:gd name="connsiteY19" fmla="*/ 461010 h 60940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</a:cxnLst>
            <a:rect l="l" t="t" r="r" b="b"/>
            <a:pathLst>
              <a:path w="1449705" h="609404">
                <a:moveTo>
                  <a:pt x="0" y="0"/>
                </a:moveTo>
                <a:cubicBezTo>
                  <a:pt x="13970" y="16510"/>
                  <a:pt x="47625" y="55880"/>
                  <a:pt x="79375" y="93345"/>
                </a:cubicBezTo>
                <a:cubicBezTo>
                  <a:pt x="111125" y="130810"/>
                  <a:pt x="128270" y="152400"/>
                  <a:pt x="158750" y="187325"/>
                </a:cubicBezTo>
                <a:cubicBezTo>
                  <a:pt x="189230" y="222250"/>
                  <a:pt x="196215" y="230505"/>
                  <a:pt x="231140" y="266700"/>
                </a:cubicBezTo>
                <a:cubicBezTo>
                  <a:pt x="266065" y="302895"/>
                  <a:pt x="295910" y="331470"/>
                  <a:pt x="332105" y="367665"/>
                </a:cubicBezTo>
                <a:cubicBezTo>
                  <a:pt x="368300" y="403860"/>
                  <a:pt x="382905" y="421005"/>
                  <a:pt x="411480" y="447040"/>
                </a:cubicBezTo>
                <a:cubicBezTo>
                  <a:pt x="440055" y="473075"/>
                  <a:pt x="450215" y="480060"/>
                  <a:pt x="476250" y="497205"/>
                </a:cubicBezTo>
                <a:cubicBezTo>
                  <a:pt x="502285" y="514350"/>
                  <a:pt x="509270" y="517525"/>
                  <a:pt x="541020" y="533400"/>
                </a:cubicBezTo>
                <a:cubicBezTo>
                  <a:pt x="572770" y="549275"/>
                  <a:pt x="598805" y="563880"/>
                  <a:pt x="635000" y="576580"/>
                </a:cubicBezTo>
                <a:cubicBezTo>
                  <a:pt x="671195" y="589280"/>
                  <a:pt x="688340" y="593725"/>
                  <a:pt x="721360" y="598170"/>
                </a:cubicBezTo>
                <a:cubicBezTo>
                  <a:pt x="754380" y="602615"/>
                  <a:pt x="767715" y="596900"/>
                  <a:pt x="800735" y="598170"/>
                </a:cubicBezTo>
                <a:cubicBezTo>
                  <a:pt x="833755" y="599440"/>
                  <a:pt x="856615" y="603885"/>
                  <a:pt x="887095" y="605155"/>
                </a:cubicBezTo>
                <a:cubicBezTo>
                  <a:pt x="917575" y="606425"/>
                  <a:pt x="923290" y="614045"/>
                  <a:pt x="951865" y="605155"/>
                </a:cubicBezTo>
                <a:cubicBezTo>
                  <a:pt x="980440" y="596265"/>
                  <a:pt x="1002665" y="582295"/>
                  <a:pt x="1031240" y="561975"/>
                </a:cubicBezTo>
                <a:cubicBezTo>
                  <a:pt x="1059815" y="541655"/>
                  <a:pt x="1068705" y="520065"/>
                  <a:pt x="1096010" y="504190"/>
                </a:cubicBezTo>
                <a:cubicBezTo>
                  <a:pt x="1123315" y="488315"/>
                  <a:pt x="1139825" y="488315"/>
                  <a:pt x="1168400" y="482600"/>
                </a:cubicBezTo>
                <a:cubicBezTo>
                  <a:pt x="1196975" y="476885"/>
                  <a:pt x="1212850" y="478155"/>
                  <a:pt x="1240155" y="475615"/>
                </a:cubicBezTo>
                <a:cubicBezTo>
                  <a:pt x="1267460" y="473075"/>
                  <a:pt x="1278890" y="469900"/>
                  <a:pt x="1304925" y="468630"/>
                </a:cubicBezTo>
                <a:cubicBezTo>
                  <a:pt x="1330960" y="467360"/>
                  <a:pt x="1341120" y="469900"/>
                  <a:pt x="1370330" y="468630"/>
                </a:cubicBezTo>
                <a:cubicBezTo>
                  <a:pt x="1399540" y="467360"/>
                  <a:pt x="1435100" y="462280"/>
                  <a:pt x="1449705" y="461010"/>
                </a:cubicBezTo>
              </a:path>
            </a:pathLst>
          </a:cu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-8392160" y="430530"/>
            <a:ext cx="1139825" cy="4845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-8377555" y="1036320"/>
            <a:ext cx="1052830" cy="4254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剪去单角的矩形 20"/>
          <p:cNvSpPr/>
          <p:nvPr/>
        </p:nvSpPr>
        <p:spPr>
          <a:xfrm>
            <a:off x="-8298180" y="1605915"/>
            <a:ext cx="1052830" cy="331470"/>
          </a:xfrm>
          <a:prstGeom prst="snip1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剪去同侧角的矩形 21"/>
          <p:cNvSpPr/>
          <p:nvPr/>
        </p:nvSpPr>
        <p:spPr>
          <a:xfrm>
            <a:off x="-8406130" y="2197100"/>
            <a:ext cx="1232535" cy="461645"/>
          </a:xfrm>
          <a:prstGeom prst="snip2Same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剪去对角的矩形 22"/>
          <p:cNvSpPr/>
          <p:nvPr/>
        </p:nvSpPr>
        <p:spPr>
          <a:xfrm>
            <a:off x="-8399145" y="2889250"/>
            <a:ext cx="1276350" cy="403860"/>
          </a:xfrm>
          <a:prstGeom prst="snip2Diag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单圆角矩形 23"/>
          <p:cNvSpPr/>
          <p:nvPr/>
        </p:nvSpPr>
        <p:spPr>
          <a:xfrm>
            <a:off x="-8428355" y="3559810"/>
            <a:ext cx="1406525" cy="432435"/>
          </a:xfrm>
          <a:prstGeom prst="snip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单圆角矩形 24"/>
          <p:cNvSpPr/>
          <p:nvPr/>
        </p:nvSpPr>
        <p:spPr>
          <a:xfrm>
            <a:off x="-8370570" y="4172585"/>
            <a:ext cx="1514475" cy="353695"/>
          </a:xfrm>
          <a:prstGeom prst="round1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同侧圆角矩形 25"/>
          <p:cNvSpPr/>
          <p:nvPr/>
        </p:nvSpPr>
        <p:spPr>
          <a:xfrm>
            <a:off x="-8392160" y="4742180"/>
            <a:ext cx="1427480" cy="403860"/>
          </a:xfrm>
          <a:prstGeom prst="round2Same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对角圆角矩形 26"/>
          <p:cNvSpPr/>
          <p:nvPr/>
        </p:nvSpPr>
        <p:spPr>
          <a:xfrm>
            <a:off x="-8392160" y="5434330"/>
            <a:ext cx="1593850" cy="324485"/>
          </a:xfrm>
          <a:prstGeom prst="round2Diag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-6631940" y="15875"/>
            <a:ext cx="1311910" cy="45402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等腰三角形 28"/>
          <p:cNvSpPr/>
          <p:nvPr/>
        </p:nvSpPr>
        <p:spPr>
          <a:xfrm>
            <a:off x="-6654165" y="592455"/>
            <a:ext cx="1492885" cy="454660"/>
          </a:xfrm>
          <a:prstGeom prst="triangl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直角三角形 29"/>
          <p:cNvSpPr/>
          <p:nvPr/>
        </p:nvSpPr>
        <p:spPr>
          <a:xfrm>
            <a:off x="-6596380" y="1256030"/>
            <a:ext cx="1435100" cy="533400"/>
          </a:xfrm>
          <a:prstGeom prst="rtTriangl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平行四边形 30"/>
          <p:cNvSpPr/>
          <p:nvPr/>
        </p:nvSpPr>
        <p:spPr>
          <a:xfrm>
            <a:off x="-6574790" y="2019935"/>
            <a:ext cx="1449705" cy="288925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梯形 31"/>
          <p:cNvSpPr/>
          <p:nvPr/>
        </p:nvSpPr>
        <p:spPr>
          <a:xfrm>
            <a:off x="-6553200" y="2503170"/>
            <a:ext cx="1456690" cy="309880"/>
          </a:xfrm>
          <a:prstGeom prst="trapezoi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菱形 32"/>
          <p:cNvSpPr/>
          <p:nvPr/>
        </p:nvSpPr>
        <p:spPr>
          <a:xfrm>
            <a:off x="-6523990" y="3044190"/>
            <a:ext cx="1412875" cy="266700"/>
          </a:xfrm>
          <a:prstGeom prst="diamon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正五边形 33"/>
          <p:cNvSpPr/>
          <p:nvPr/>
        </p:nvSpPr>
        <p:spPr>
          <a:xfrm>
            <a:off x="-6473825" y="3534410"/>
            <a:ext cx="1420495" cy="403860"/>
          </a:xfrm>
          <a:prstGeom prst="pentag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六边形 34"/>
          <p:cNvSpPr/>
          <p:nvPr/>
        </p:nvSpPr>
        <p:spPr>
          <a:xfrm>
            <a:off x="-6401435" y="4161790"/>
            <a:ext cx="1470660" cy="311150"/>
          </a:xfrm>
          <a:prstGeom prst="hexag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七边形 35"/>
          <p:cNvSpPr/>
          <p:nvPr/>
        </p:nvSpPr>
        <p:spPr>
          <a:xfrm>
            <a:off x="-6250305" y="4758690"/>
            <a:ext cx="1217295" cy="387350"/>
          </a:xfrm>
          <a:prstGeom prst="heptag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八边形 36"/>
          <p:cNvSpPr/>
          <p:nvPr/>
        </p:nvSpPr>
        <p:spPr>
          <a:xfrm>
            <a:off x="-6250305" y="5336540"/>
            <a:ext cx="1096010" cy="231140"/>
          </a:xfrm>
          <a:prstGeom prst="octag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十边形 37"/>
          <p:cNvSpPr/>
          <p:nvPr/>
        </p:nvSpPr>
        <p:spPr>
          <a:xfrm>
            <a:off x="-6285865" y="5776595"/>
            <a:ext cx="1239520" cy="302895"/>
          </a:xfrm>
          <a:prstGeom prst="decag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十二边形 38"/>
          <p:cNvSpPr/>
          <p:nvPr/>
        </p:nvSpPr>
        <p:spPr>
          <a:xfrm>
            <a:off x="-6257290" y="6165850"/>
            <a:ext cx="1420495" cy="389255"/>
          </a:xfrm>
          <a:prstGeom prst="dodecag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饼形 39"/>
          <p:cNvSpPr/>
          <p:nvPr/>
        </p:nvSpPr>
        <p:spPr>
          <a:xfrm>
            <a:off x="-4879975" y="-41910"/>
            <a:ext cx="1578610" cy="677545"/>
          </a:xfrm>
          <a:prstGeom prst="pi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弦形 40"/>
          <p:cNvSpPr/>
          <p:nvPr/>
        </p:nvSpPr>
        <p:spPr>
          <a:xfrm>
            <a:off x="-4909185" y="751205"/>
            <a:ext cx="1874520" cy="526415"/>
          </a:xfrm>
          <a:prstGeom prst="chor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泪滴形 41"/>
          <p:cNvSpPr/>
          <p:nvPr/>
        </p:nvSpPr>
        <p:spPr>
          <a:xfrm>
            <a:off x="-4879975" y="1472565"/>
            <a:ext cx="1557020" cy="389255"/>
          </a:xfrm>
          <a:prstGeom prst="teardrop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图文框 42"/>
          <p:cNvSpPr/>
          <p:nvPr/>
        </p:nvSpPr>
        <p:spPr>
          <a:xfrm>
            <a:off x="-4829810" y="1984375"/>
            <a:ext cx="1579245" cy="490220"/>
          </a:xfrm>
          <a:prstGeom prst="fram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半闭框 43"/>
          <p:cNvSpPr/>
          <p:nvPr/>
        </p:nvSpPr>
        <p:spPr>
          <a:xfrm>
            <a:off x="-4685665" y="2683510"/>
            <a:ext cx="1629410" cy="281305"/>
          </a:xfrm>
          <a:prstGeom prst="halfFram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5" name="L 形 44"/>
          <p:cNvSpPr/>
          <p:nvPr/>
        </p:nvSpPr>
        <p:spPr>
          <a:xfrm>
            <a:off x="-4786630" y="3007995"/>
            <a:ext cx="1658620" cy="259715"/>
          </a:xfrm>
          <a:prstGeom prst="corner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斜纹 45"/>
          <p:cNvSpPr/>
          <p:nvPr/>
        </p:nvSpPr>
        <p:spPr>
          <a:xfrm>
            <a:off x="-4735830" y="3390265"/>
            <a:ext cx="1758950" cy="346075"/>
          </a:xfrm>
          <a:prstGeom prst="diagStrip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7" name="十字形 46"/>
          <p:cNvSpPr/>
          <p:nvPr/>
        </p:nvSpPr>
        <p:spPr>
          <a:xfrm>
            <a:off x="-4634865" y="3851275"/>
            <a:ext cx="1816735" cy="418465"/>
          </a:xfrm>
          <a:prstGeom prst="plu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缺角矩形 47"/>
          <p:cNvSpPr/>
          <p:nvPr/>
        </p:nvSpPr>
        <p:spPr>
          <a:xfrm>
            <a:off x="-4671060" y="4435475"/>
            <a:ext cx="1939290" cy="526415"/>
          </a:xfrm>
          <a:prstGeom prst="plaqu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圆柱形 48"/>
          <p:cNvSpPr/>
          <p:nvPr/>
        </p:nvSpPr>
        <p:spPr>
          <a:xfrm>
            <a:off x="-4591685" y="5127625"/>
            <a:ext cx="1924685" cy="526415"/>
          </a:xfrm>
          <a:prstGeom prst="ca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立方体 49"/>
          <p:cNvSpPr/>
          <p:nvPr/>
        </p:nvSpPr>
        <p:spPr>
          <a:xfrm>
            <a:off x="-4591685" y="5798185"/>
            <a:ext cx="1802130" cy="541020"/>
          </a:xfrm>
          <a:prstGeom prst="cub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棱台 50"/>
          <p:cNvSpPr/>
          <p:nvPr/>
        </p:nvSpPr>
        <p:spPr>
          <a:xfrm>
            <a:off x="-2940685" y="-12700"/>
            <a:ext cx="2076450" cy="332105"/>
          </a:xfrm>
          <a:prstGeom prst="bevel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棱台 51"/>
          <p:cNvSpPr/>
          <p:nvPr/>
        </p:nvSpPr>
        <p:spPr>
          <a:xfrm>
            <a:off x="-3034665" y="469900"/>
            <a:ext cx="2249170" cy="367665"/>
          </a:xfrm>
          <a:prstGeom prst="bevel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同心圆 52"/>
          <p:cNvSpPr/>
          <p:nvPr/>
        </p:nvSpPr>
        <p:spPr>
          <a:xfrm>
            <a:off x="-2667000" y="1036320"/>
            <a:ext cx="1582420" cy="201930"/>
          </a:xfrm>
          <a:prstGeom prst="don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4" name="禁止符 53"/>
          <p:cNvSpPr/>
          <p:nvPr/>
        </p:nvSpPr>
        <p:spPr>
          <a:xfrm>
            <a:off x="-2781935" y="1464945"/>
            <a:ext cx="1823720" cy="223520"/>
          </a:xfrm>
          <a:prstGeom prst="noSmoking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5" name="空心弧 54"/>
          <p:cNvSpPr/>
          <p:nvPr/>
        </p:nvSpPr>
        <p:spPr>
          <a:xfrm>
            <a:off x="-2781935" y="1883410"/>
            <a:ext cx="1694180" cy="314325"/>
          </a:xfrm>
          <a:prstGeom prst="blockArc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6" name="折角形 55"/>
          <p:cNvSpPr/>
          <p:nvPr/>
        </p:nvSpPr>
        <p:spPr>
          <a:xfrm>
            <a:off x="-2653665" y="2167255"/>
            <a:ext cx="1706880" cy="401320"/>
          </a:xfrm>
          <a:prstGeom prst="foldedCorner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笑脸 56"/>
          <p:cNvSpPr/>
          <p:nvPr/>
        </p:nvSpPr>
        <p:spPr>
          <a:xfrm>
            <a:off x="-2475865" y="2807335"/>
            <a:ext cx="1320800" cy="381000"/>
          </a:xfrm>
          <a:prstGeom prst="smileyFac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心形 57"/>
          <p:cNvSpPr/>
          <p:nvPr/>
        </p:nvSpPr>
        <p:spPr>
          <a:xfrm>
            <a:off x="-2501265" y="3340735"/>
            <a:ext cx="1508760" cy="381000"/>
          </a:xfrm>
          <a:prstGeom prst="hear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闪电形 58"/>
          <p:cNvSpPr/>
          <p:nvPr/>
        </p:nvSpPr>
        <p:spPr>
          <a:xfrm>
            <a:off x="-2369185" y="3818255"/>
            <a:ext cx="1417320" cy="370840"/>
          </a:xfrm>
          <a:prstGeom prst="lightningBol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太阳形 59"/>
          <p:cNvSpPr/>
          <p:nvPr/>
        </p:nvSpPr>
        <p:spPr>
          <a:xfrm>
            <a:off x="-2298065" y="4270375"/>
            <a:ext cx="1544320" cy="558800"/>
          </a:xfrm>
          <a:prstGeom prst="su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新月形 60"/>
          <p:cNvSpPr/>
          <p:nvPr/>
        </p:nvSpPr>
        <p:spPr>
          <a:xfrm>
            <a:off x="-2364105" y="4956175"/>
            <a:ext cx="1564640" cy="254000"/>
          </a:xfrm>
          <a:prstGeom prst="mo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云形 61"/>
          <p:cNvSpPr/>
          <p:nvPr/>
        </p:nvSpPr>
        <p:spPr>
          <a:xfrm>
            <a:off x="-2242820" y="5412740"/>
            <a:ext cx="1617345" cy="355600"/>
          </a:xfrm>
          <a:prstGeom prst="clou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弧形 62"/>
          <p:cNvSpPr/>
          <p:nvPr/>
        </p:nvSpPr>
        <p:spPr>
          <a:xfrm>
            <a:off x="-946785" y="15875"/>
            <a:ext cx="2082800" cy="474345"/>
          </a:xfrm>
          <a:prstGeom prst="arc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双括号 63"/>
          <p:cNvSpPr/>
          <p:nvPr/>
        </p:nvSpPr>
        <p:spPr>
          <a:xfrm>
            <a:off x="-137795" y="451485"/>
            <a:ext cx="1506855" cy="245110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双大括号 64"/>
          <p:cNvSpPr/>
          <p:nvPr/>
        </p:nvSpPr>
        <p:spPr>
          <a:xfrm>
            <a:off x="-147955" y="993140"/>
            <a:ext cx="1524000" cy="313055"/>
          </a:xfrm>
          <a:prstGeom prst="bracePair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左中括号 65"/>
          <p:cNvSpPr/>
          <p:nvPr/>
        </p:nvSpPr>
        <p:spPr>
          <a:xfrm>
            <a:off x="-689610" y="1569085"/>
            <a:ext cx="295910" cy="575310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右中括号 66"/>
          <p:cNvSpPr/>
          <p:nvPr/>
        </p:nvSpPr>
        <p:spPr>
          <a:xfrm>
            <a:off x="-207010" y="1518285"/>
            <a:ext cx="422910" cy="617855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左大括号 67"/>
          <p:cNvSpPr/>
          <p:nvPr/>
        </p:nvSpPr>
        <p:spPr>
          <a:xfrm>
            <a:off x="504190" y="1534795"/>
            <a:ext cx="440055" cy="7112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右大括号 68"/>
          <p:cNvSpPr/>
          <p:nvPr/>
        </p:nvSpPr>
        <p:spPr>
          <a:xfrm>
            <a:off x="1172845" y="1492885"/>
            <a:ext cx="440055" cy="77025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右箭头 69"/>
          <p:cNvSpPr/>
          <p:nvPr/>
        </p:nvSpPr>
        <p:spPr>
          <a:xfrm>
            <a:off x="-503555" y="2432685"/>
            <a:ext cx="855345" cy="27051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左箭头 70"/>
          <p:cNvSpPr/>
          <p:nvPr/>
        </p:nvSpPr>
        <p:spPr>
          <a:xfrm>
            <a:off x="588645" y="2423795"/>
            <a:ext cx="974090" cy="330200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上箭头 71"/>
          <p:cNvSpPr/>
          <p:nvPr/>
        </p:nvSpPr>
        <p:spPr>
          <a:xfrm>
            <a:off x="-588010" y="2966085"/>
            <a:ext cx="948055" cy="27051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下箭头 72"/>
          <p:cNvSpPr/>
          <p:nvPr/>
        </p:nvSpPr>
        <p:spPr>
          <a:xfrm>
            <a:off x="631190" y="2966085"/>
            <a:ext cx="1024255" cy="37211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左右箭头 73"/>
          <p:cNvSpPr/>
          <p:nvPr/>
        </p:nvSpPr>
        <p:spPr>
          <a:xfrm>
            <a:off x="-675640" y="3533140"/>
            <a:ext cx="1151255" cy="406400"/>
          </a:xfrm>
          <a:prstGeom prst="left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上下箭头 74"/>
          <p:cNvSpPr/>
          <p:nvPr/>
        </p:nvSpPr>
        <p:spPr>
          <a:xfrm>
            <a:off x="-503555" y="4067175"/>
            <a:ext cx="381000" cy="1143000"/>
          </a:xfrm>
          <a:prstGeom prst="up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十字箭头 75"/>
          <p:cNvSpPr/>
          <p:nvPr/>
        </p:nvSpPr>
        <p:spPr>
          <a:xfrm>
            <a:off x="814705" y="3601085"/>
            <a:ext cx="889000" cy="609600"/>
          </a:xfrm>
          <a:prstGeom prst="quad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丁字箭头 76"/>
          <p:cNvSpPr/>
          <p:nvPr/>
        </p:nvSpPr>
        <p:spPr>
          <a:xfrm>
            <a:off x="139065" y="4269740"/>
            <a:ext cx="770255" cy="931545"/>
          </a:xfrm>
          <a:prstGeom prst="leftRight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圆角右箭头 77"/>
          <p:cNvSpPr/>
          <p:nvPr/>
        </p:nvSpPr>
        <p:spPr>
          <a:xfrm>
            <a:off x="1137920" y="4363085"/>
            <a:ext cx="804545" cy="778510"/>
          </a:xfrm>
          <a:prstGeom prst="ben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9" name="手杖形箭头 78"/>
          <p:cNvSpPr/>
          <p:nvPr/>
        </p:nvSpPr>
        <p:spPr>
          <a:xfrm>
            <a:off x="-360045" y="5463540"/>
            <a:ext cx="635000" cy="871855"/>
          </a:xfrm>
          <a:prstGeom prst="utur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0" name="直角双向箭头 79"/>
          <p:cNvSpPr/>
          <p:nvPr/>
        </p:nvSpPr>
        <p:spPr>
          <a:xfrm>
            <a:off x="469900" y="5556885"/>
            <a:ext cx="635000" cy="795655"/>
          </a:xfrm>
          <a:prstGeom prst="left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直角上箭头 80"/>
          <p:cNvSpPr/>
          <p:nvPr/>
        </p:nvSpPr>
        <p:spPr>
          <a:xfrm>
            <a:off x="1341755" y="5455285"/>
            <a:ext cx="669290" cy="1041400"/>
          </a:xfrm>
          <a:prstGeom prst="bent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左弧形箭头 81"/>
          <p:cNvSpPr/>
          <p:nvPr/>
        </p:nvSpPr>
        <p:spPr>
          <a:xfrm>
            <a:off x="1785620" y="-81915"/>
            <a:ext cx="897890" cy="1354455"/>
          </a:xfrm>
          <a:prstGeom prst="curved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3" name="右弧形箭头 82"/>
          <p:cNvSpPr/>
          <p:nvPr/>
        </p:nvSpPr>
        <p:spPr>
          <a:xfrm>
            <a:off x="2940685" y="57150"/>
            <a:ext cx="939800" cy="1397000"/>
          </a:xfrm>
          <a:prstGeom prst="curved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4" name="下弧形箭头 83"/>
          <p:cNvSpPr/>
          <p:nvPr/>
        </p:nvSpPr>
        <p:spPr>
          <a:xfrm>
            <a:off x="2140585" y="1670050"/>
            <a:ext cx="1600200" cy="508000"/>
          </a:xfrm>
          <a:prstGeom prst="curved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5" name="上弧形箭头 84"/>
          <p:cNvSpPr/>
          <p:nvPr/>
        </p:nvSpPr>
        <p:spPr>
          <a:xfrm>
            <a:off x="2140585" y="2308860"/>
            <a:ext cx="1676400" cy="517525"/>
          </a:xfrm>
          <a:prstGeom prst="curved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6" name="虚尾箭头 85"/>
          <p:cNvSpPr/>
          <p:nvPr/>
        </p:nvSpPr>
        <p:spPr>
          <a:xfrm>
            <a:off x="2049145" y="2889250"/>
            <a:ext cx="1771650" cy="476250"/>
          </a:xfrm>
          <a:prstGeom prst="striped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" name="燕尾形箭头 86"/>
          <p:cNvSpPr/>
          <p:nvPr/>
        </p:nvSpPr>
        <p:spPr>
          <a:xfrm>
            <a:off x="1991995" y="3390265"/>
            <a:ext cx="1727200" cy="355600"/>
          </a:xfrm>
          <a:prstGeom prst="notched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8" name="五边形 87"/>
          <p:cNvSpPr/>
          <p:nvPr/>
        </p:nvSpPr>
        <p:spPr>
          <a:xfrm>
            <a:off x="2093595" y="3787775"/>
            <a:ext cx="1727200" cy="279400"/>
          </a:xfrm>
          <a:prstGeom prst="homePlat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9" name="燕尾形 88"/>
          <p:cNvSpPr/>
          <p:nvPr/>
        </p:nvSpPr>
        <p:spPr>
          <a:xfrm>
            <a:off x="2080895" y="4121785"/>
            <a:ext cx="1739900" cy="241300"/>
          </a:xfrm>
          <a:prstGeom prst="chevr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0" name="右箭头标注 89"/>
          <p:cNvSpPr/>
          <p:nvPr/>
        </p:nvSpPr>
        <p:spPr>
          <a:xfrm>
            <a:off x="2182495" y="4472940"/>
            <a:ext cx="1771650" cy="431800"/>
          </a:xfrm>
          <a:prstGeom prst="rightArrowCallo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1" name="左箭头标注 90"/>
          <p:cNvSpPr/>
          <p:nvPr/>
        </p:nvSpPr>
        <p:spPr>
          <a:xfrm>
            <a:off x="2093595" y="5072380"/>
            <a:ext cx="1670050" cy="495300"/>
          </a:xfrm>
          <a:prstGeom prst="leftArrowCallo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" name="下箭头标注 91"/>
          <p:cNvSpPr/>
          <p:nvPr/>
        </p:nvSpPr>
        <p:spPr>
          <a:xfrm>
            <a:off x="2252345" y="6079490"/>
            <a:ext cx="1441450" cy="558800"/>
          </a:xfrm>
          <a:prstGeom prst="downArrowCallo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3" name="上箭头标注 92"/>
          <p:cNvSpPr/>
          <p:nvPr/>
        </p:nvSpPr>
        <p:spPr>
          <a:xfrm>
            <a:off x="2252345" y="5567680"/>
            <a:ext cx="1511300" cy="412750"/>
          </a:xfrm>
          <a:prstGeom prst="upArrowCallo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左右箭头标注 93"/>
          <p:cNvSpPr/>
          <p:nvPr/>
        </p:nvSpPr>
        <p:spPr>
          <a:xfrm>
            <a:off x="4201795" y="273050"/>
            <a:ext cx="1600200" cy="476250"/>
          </a:xfrm>
          <a:prstGeom prst="leftRightArrowCallo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5" name="十字箭头标注 94"/>
          <p:cNvSpPr/>
          <p:nvPr/>
        </p:nvSpPr>
        <p:spPr>
          <a:xfrm>
            <a:off x="4214495" y="901700"/>
            <a:ext cx="1543050" cy="762000"/>
          </a:xfrm>
          <a:prstGeom prst="quadArrowCallo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6" name="环形箭头 95"/>
          <p:cNvSpPr/>
          <p:nvPr/>
        </p:nvSpPr>
        <p:spPr>
          <a:xfrm>
            <a:off x="4284345" y="1670050"/>
            <a:ext cx="1593850" cy="1581150"/>
          </a:xfrm>
          <a:prstGeom prst="circular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7" name="加号 96"/>
          <p:cNvSpPr/>
          <p:nvPr/>
        </p:nvSpPr>
        <p:spPr>
          <a:xfrm>
            <a:off x="4246245" y="2432685"/>
            <a:ext cx="1600200" cy="673100"/>
          </a:xfrm>
          <a:prstGeom prst="mathPlu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8" name="减号 97"/>
          <p:cNvSpPr/>
          <p:nvPr/>
        </p:nvSpPr>
        <p:spPr>
          <a:xfrm>
            <a:off x="4297045" y="3007995"/>
            <a:ext cx="1504950" cy="450850"/>
          </a:xfrm>
          <a:prstGeom prst="mathMinu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9" name="乘号 98"/>
          <p:cNvSpPr/>
          <p:nvPr/>
        </p:nvSpPr>
        <p:spPr>
          <a:xfrm>
            <a:off x="4100195" y="3390265"/>
            <a:ext cx="1790700" cy="514350"/>
          </a:xfrm>
          <a:prstGeom prst="mathMultiply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0" name="除号 99"/>
          <p:cNvSpPr/>
          <p:nvPr/>
        </p:nvSpPr>
        <p:spPr>
          <a:xfrm>
            <a:off x="4297045" y="3939540"/>
            <a:ext cx="1320800" cy="444500"/>
          </a:xfrm>
          <a:prstGeom prst="mathDivid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1" name="等于号 100"/>
          <p:cNvSpPr/>
          <p:nvPr/>
        </p:nvSpPr>
        <p:spPr>
          <a:xfrm>
            <a:off x="4297045" y="4320540"/>
            <a:ext cx="1384300" cy="584200"/>
          </a:xfrm>
          <a:prstGeom prst="mathEqual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2" name="不等于号 101"/>
          <p:cNvSpPr/>
          <p:nvPr/>
        </p:nvSpPr>
        <p:spPr>
          <a:xfrm>
            <a:off x="4316095" y="4904740"/>
            <a:ext cx="1301750" cy="609600"/>
          </a:xfrm>
          <a:prstGeom prst="mathNotEqual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3" name="流程图: 过程 102"/>
          <p:cNvSpPr/>
          <p:nvPr/>
        </p:nvSpPr>
        <p:spPr>
          <a:xfrm>
            <a:off x="4277995" y="5708650"/>
            <a:ext cx="1231900" cy="342900"/>
          </a:xfrm>
          <a:prstGeom prst="flowChart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" name="流程图: 可选过程 103"/>
          <p:cNvSpPr/>
          <p:nvPr/>
        </p:nvSpPr>
        <p:spPr>
          <a:xfrm>
            <a:off x="4284345" y="6242050"/>
            <a:ext cx="1403350" cy="330200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5" name="流程图: 决策 104"/>
          <p:cNvSpPr/>
          <p:nvPr/>
        </p:nvSpPr>
        <p:spPr>
          <a:xfrm>
            <a:off x="6151245" y="362585"/>
            <a:ext cx="1282700" cy="283845"/>
          </a:xfrm>
          <a:prstGeom prst="flowChartDecisi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6" name="流程图: 数据 105"/>
          <p:cNvSpPr/>
          <p:nvPr/>
        </p:nvSpPr>
        <p:spPr>
          <a:xfrm>
            <a:off x="6208395" y="864235"/>
            <a:ext cx="1263650" cy="244475"/>
          </a:xfrm>
          <a:prstGeom prst="flowChartInputOutp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7" name="流程图: 预定义过程 106"/>
          <p:cNvSpPr/>
          <p:nvPr/>
        </p:nvSpPr>
        <p:spPr>
          <a:xfrm>
            <a:off x="6170295" y="1326515"/>
            <a:ext cx="1308100" cy="186690"/>
          </a:xfrm>
          <a:prstGeom prst="flowChartPredefined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8" name="流程图: 内部贮存 107"/>
          <p:cNvSpPr/>
          <p:nvPr/>
        </p:nvSpPr>
        <p:spPr>
          <a:xfrm>
            <a:off x="6106795" y="1731010"/>
            <a:ext cx="1631950" cy="226695"/>
          </a:xfrm>
          <a:prstGeom prst="flowChartInternalStorag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9" name="流程图: 文档 108"/>
          <p:cNvSpPr/>
          <p:nvPr/>
        </p:nvSpPr>
        <p:spPr>
          <a:xfrm>
            <a:off x="6144895" y="2175510"/>
            <a:ext cx="1625600" cy="172720"/>
          </a:xfrm>
          <a:prstGeom prst="flowChartDocumen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0" name="流程图: 多文档 109"/>
          <p:cNvSpPr/>
          <p:nvPr/>
        </p:nvSpPr>
        <p:spPr>
          <a:xfrm>
            <a:off x="6081395" y="2566035"/>
            <a:ext cx="1708150" cy="316230"/>
          </a:xfrm>
          <a:prstGeom prst="flowChartMultidocumen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1" name="流程图: 终止 110"/>
          <p:cNvSpPr/>
          <p:nvPr/>
        </p:nvSpPr>
        <p:spPr>
          <a:xfrm>
            <a:off x="6055995" y="3100070"/>
            <a:ext cx="1765300" cy="197485"/>
          </a:xfrm>
          <a:prstGeom prst="flowChartTerminator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2" name="流程图: 准备 111"/>
          <p:cNvSpPr/>
          <p:nvPr/>
        </p:nvSpPr>
        <p:spPr>
          <a:xfrm>
            <a:off x="5979795" y="3515360"/>
            <a:ext cx="1905000" cy="168910"/>
          </a:xfrm>
          <a:prstGeom prst="flowChartPreparati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3" name="流程图: 手动输入 112"/>
          <p:cNvSpPr/>
          <p:nvPr/>
        </p:nvSpPr>
        <p:spPr>
          <a:xfrm>
            <a:off x="5954395" y="3902075"/>
            <a:ext cx="1930400" cy="219075"/>
          </a:xfrm>
          <a:prstGeom prst="flowChartManualInp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4" name="流程图: 手动操作 113"/>
          <p:cNvSpPr/>
          <p:nvPr/>
        </p:nvSpPr>
        <p:spPr>
          <a:xfrm>
            <a:off x="5948045" y="4338955"/>
            <a:ext cx="1803400" cy="151130"/>
          </a:xfrm>
          <a:prstGeom prst="flowChartManualOperati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5" name="流程图: 联系 114"/>
          <p:cNvSpPr/>
          <p:nvPr/>
        </p:nvSpPr>
        <p:spPr>
          <a:xfrm>
            <a:off x="5897245" y="4707890"/>
            <a:ext cx="1854200" cy="144145"/>
          </a:xfrm>
          <a:prstGeom prst="flowChartConnector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6" name="流程图: 离页连接符 115"/>
          <p:cNvSpPr/>
          <p:nvPr/>
        </p:nvSpPr>
        <p:spPr>
          <a:xfrm>
            <a:off x="5884545" y="5069840"/>
            <a:ext cx="1905000" cy="212090"/>
          </a:xfrm>
          <a:prstGeom prst="flowChartOffpageConnector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7" name="流程图: 卡片 116"/>
          <p:cNvSpPr/>
          <p:nvPr/>
        </p:nvSpPr>
        <p:spPr>
          <a:xfrm>
            <a:off x="6011545" y="5499735"/>
            <a:ext cx="1898650" cy="176530"/>
          </a:xfrm>
          <a:prstGeom prst="flowChartPunchedCar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8" name="流程图: 资料带 117"/>
          <p:cNvSpPr/>
          <p:nvPr/>
        </p:nvSpPr>
        <p:spPr>
          <a:xfrm>
            <a:off x="5946140" y="5791200"/>
            <a:ext cx="1968500" cy="273050"/>
          </a:xfrm>
          <a:prstGeom prst="flowChartPunchedTap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9" name="流程图: 汇总连接 118"/>
          <p:cNvSpPr/>
          <p:nvPr/>
        </p:nvSpPr>
        <p:spPr>
          <a:xfrm>
            <a:off x="5914390" y="6191250"/>
            <a:ext cx="393700" cy="368300"/>
          </a:xfrm>
          <a:prstGeom prst="flowChartSummingJuncti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0" name="流程图: 或者 119"/>
          <p:cNvSpPr/>
          <p:nvPr/>
        </p:nvSpPr>
        <p:spPr>
          <a:xfrm>
            <a:off x="6396990" y="6203950"/>
            <a:ext cx="406400" cy="374650"/>
          </a:xfrm>
          <a:prstGeom prst="flowChartOr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1" name="流程图: 对照 120"/>
          <p:cNvSpPr/>
          <p:nvPr/>
        </p:nvSpPr>
        <p:spPr>
          <a:xfrm>
            <a:off x="6841490" y="6172200"/>
            <a:ext cx="260350" cy="495300"/>
          </a:xfrm>
          <a:prstGeom prst="flowChartCollat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2" name="流程图: 排序 121"/>
          <p:cNvSpPr/>
          <p:nvPr/>
        </p:nvSpPr>
        <p:spPr>
          <a:xfrm>
            <a:off x="7197090" y="6146800"/>
            <a:ext cx="266700" cy="539750"/>
          </a:xfrm>
          <a:prstGeom prst="flowChartSor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3" name="流程图: 摘录 122"/>
          <p:cNvSpPr/>
          <p:nvPr/>
        </p:nvSpPr>
        <p:spPr>
          <a:xfrm>
            <a:off x="7590790" y="6146800"/>
            <a:ext cx="234950" cy="304800"/>
          </a:xfrm>
          <a:prstGeom prst="flowChartExtra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4" name="流程图: 合并 123"/>
          <p:cNvSpPr/>
          <p:nvPr/>
        </p:nvSpPr>
        <p:spPr>
          <a:xfrm>
            <a:off x="7603490" y="6496050"/>
            <a:ext cx="260350" cy="266700"/>
          </a:xfrm>
          <a:prstGeom prst="flowChartMerg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5" name="流程图: 库存数据 124"/>
          <p:cNvSpPr/>
          <p:nvPr/>
        </p:nvSpPr>
        <p:spPr>
          <a:xfrm>
            <a:off x="7841615" y="348615"/>
            <a:ext cx="1305560" cy="317500"/>
          </a:xfrm>
          <a:prstGeom prst="flowChartOnlineStorag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6" name="流程图: 延期 125"/>
          <p:cNvSpPr/>
          <p:nvPr/>
        </p:nvSpPr>
        <p:spPr>
          <a:xfrm>
            <a:off x="7863205" y="810260"/>
            <a:ext cx="1377315" cy="339090"/>
          </a:xfrm>
          <a:prstGeom prst="flowChartDelay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7" name="流程图: 顺序访问存储器 126"/>
          <p:cNvSpPr/>
          <p:nvPr/>
        </p:nvSpPr>
        <p:spPr>
          <a:xfrm>
            <a:off x="7942580" y="1264285"/>
            <a:ext cx="1297940" cy="418465"/>
          </a:xfrm>
          <a:prstGeom prst="flowChartMagneticTap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8" name="流程图: 磁盘 127"/>
          <p:cNvSpPr/>
          <p:nvPr/>
        </p:nvSpPr>
        <p:spPr>
          <a:xfrm>
            <a:off x="8079740" y="1819275"/>
            <a:ext cx="1211580" cy="368300"/>
          </a:xfrm>
          <a:prstGeom prst="flowChartMagneticDisk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9" name="流程图: 直接访问存储器 128"/>
          <p:cNvSpPr/>
          <p:nvPr/>
        </p:nvSpPr>
        <p:spPr>
          <a:xfrm>
            <a:off x="8000365" y="2273935"/>
            <a:ext cx="1326515" cy="331470"/>
          </a:xfrm>
          <a:prstGeom prst="flowChartMagneticDru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0" name="流程图: 显示 129"/>
          <p:cNvSpPr/>
          <p:nvPr/>
        </p:nvSpPr>
        <p:spPr>
          <a:xfrm>
            <a:off x="8079740" y="2670175"/>
            <a:ext cx="1254760" cy="309880"/>
          </a:xfrm>
          <a:prstGeom prst="flowChartDisplay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1" name="爆炸形 1 130"/>
          <p:cNvSpPr/>
          <p:nvPr/>
        </p:nvSpPr>
        <p:spPr>
          <a:xfrm>
            <a:off x="8173720" y="3181985"/>
            <a:ext cx="987425" cy="259715"/>
          </a:xfrm>
          <a:prstGeom prst="irregularSeal1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2" name="爆炸形 2 131"/>
          <p:cNvSpPr/>
          <p:nvPr/>
        </p:nvSpPr>
        <p:spPr>
          <a:xfrm>
            <a:off x="8065135" y="3600450"/>
            <a:ext cx="1153795" cy="331470"/>
          </a:xfrm>
          <a:prstGeom prst="irregularSeal2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3" name="十字星 132"/>
          <p:cNvSpPr/>
          <p:nvPr/>
        </p:nvSpPr>
        <p:spPr>
          <a:xfrm>
            <a:off x="8245475" y="4133850"/>
            <a:ext cx="1038225" cy="410845"/>
          </a:xfrm>
          <a:prstGeom prst="star4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4" name="五角星 133"/>
          <p:cNvSpPr/>
          <p:nvPr/>
        </p:nvSpPr>
        <p:spPr>
          <a:xfrm>
            <a:off x="8202295" y="4617085"/>
            <a:ext cx="922655" cy="324485"/>
          </a:xfrm>
          <a:prstGeom prst="star5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6" name="六角星 135"/>
          <p:cNvSpPr/>
          <p:nvPr/>
        </p:nvSpPr>
        <p:spPr>
          <a:xfrm>
            <a:off x="8274685" y="5049520"/>
            <a:ext cx="1045210" cy="389255"/>
          </a:xfrm>
          <a:prstGeom prst="star6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7" name="七角星 136"/>
          <p:cNvSpPr/>
          <p:nvPr/>
        </p:nvSpPr>
        <p:spPr>
          <a:xfrm>
            <a:off x="8296275" y="5481955"/>
            <a:ext cx="1160780" cy="367665"/>
          </a:xfrm>
          <a:prstGeom prst="star7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8" name="八角星 137"/>
          <p:cNvSpPr/>
          <p:nvPr/>
        </p:nvSpPr>
        <p:spPr>
          <a:xfrm>
            <a:off x="8231505" y="5965190"/>
            <a:ext cx="1196340" cy="447040"/>
          </a:xfrm>
          <a:prstGeom prst="star8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9" name="十角星 138"/>
          <p:cNvSpPr/>
          <p:nvPr/>
        </p:nvSpPr>
        <p:spPr>
          <a:xfrm>
            <a:off x="9500235" y="204470"/>
            <a:ext cx="1290320" cy="497840"/>
          </a:xfrm>
          <a:prstGeom prst="star10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1" name="十二角星 140"/>
          <p:cNvSpPr/>
          <p:nvPr/>
        </p:nvSpPr>
        <p:spPr>
          <a:xfrm>
            <a:off x="9608185" y="868045"/>
            <a:ext cx="1283335" cy="490220"/>
          </a:xfrm>
          <a:prstGeom prst="star12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2" name="十六角星 141"/>
          <p:cNvSpPr/>
          <p:nvPr/>
        </p:nvSpPr>
        <p:spPr>
          <a:xfrm>
            <a:off x="9615805" y="1444625"/>
            <a:ext cx="1196340" cy="475615"/>
          </a:xfrm>
          <a:prstGeom prst="star16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3" name="二十四角星 142"/>
          <p:cNvSpPr/>
          <p:nvPr/>
        </p:nvSpPr>
        <p:spPr>
          <a:xfrm>
            <a:off x="9608185" y="1985645"/>
            <a:ext cx="1326515" cy="525780"/>
          </a:xfrm>
          <a:prstGeom prst="star24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4" name="三十二角星 143"/>
          <p:cNvSpPr/>
          <p:nvPr/>
        </p:nvSpPr>
        <p:spPr>
          <a:xfrm>
            <a:off x="9672955" y="2562225"/>
            <a:ext cx="1312545" cy="526415"/>
          </a:xfrm>
          <a:prstGeom prst="star32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5" name="上凸带形 144"/>
          <p:cNvSpPr/>
          <p:nvPr/>
        </p:nvSpPr>
        <p:spPr>
          <a:xfrm>
            <a:off x="9672955" y="3175000"/>
            <a:ext cx="1327150" cy="410845"/>
          </a:xfrm>
          <a:prstGeom prst="ribbon2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6" name="前凸带形 145"/>
          <p:cNvSpPr/>
          <p:nvPr/>
        </p:nvSpPr>
        <p:spPr>
          <a:xfrm>
            <a:off x="9608185" y="3650615"/>
            <a:ext cx="1463675" cy="375285"/>
          </a:xfrm>
          <a:prstGeom prst="ribb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7" name="上凸弯带形 146"/>
          <p:cNvSpPr/>
          <p:nvPr/>
        </p:nvSpPr>
        <p:spPr>
          <a:xfrm>
            <a:off x="9571990" y="4133850"/>
            <a:ext cx="1586230" cy="454025"/>
          </a:xfrm>
          <a:prstGeom prst="ellipseRibbon2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8" name="前凸弯带形 147"/>
          <p:cNvSpPr/>
          <p:nvPr/>
        </p:nvSpPr>
        <p:spPr>
          <a:xfrm>
            <a:off x="9571990" y="4660265"/>
            <a:ext cx="1686560" cy="447040"/>
          </a:xfrm>
          <a:prstGeom prst="ellipseRibb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9" name="竖卷形 148"/>
          <p:cNvSpPr/>
          <p:nvPr/>
        </p:nvSpPr>
        <p:spPr>
          <a:xfrm>
            <a:off x="9615805" y="5229860"/>
            <a:ext cx="490220" cy="821690"/>
          </a:xfrm>
          <a:prstGeom prst="verticalScroll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0" name="横卷形 149"/>
          <p:cNvSpPr/>
          <p:nvPr/>
        </p:nvSpPr>
        <p:spPr>
          <a:xfrm>
            <a:off x="10278745" y="5185410"/>
            <a:ext cx="793115" cy="425450"/>
          </a:xfrm>
          <a:prstGeom prst="horizontalScroll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1" name="波形 150"/>
          <p:cNvSpPr/>
          <p:nvPr/>
        </p:nvSpPr>
        <p:spPr>
          <a:xfrm>
            <a:off x="10242550" y="5814060"/>
            <a:ext cx="807720" cy="353060"/>
          </a:xfrm>
          <a:prstGeom prst="wav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2" name="双波形 151"/>
          <p:cNvSpPr/>
          <p:nvPr/>
        </p:nvSpPr>
        <p:spPr>
          <a:xfrm>
            <a:off x="9694545" y="6332855"/>
            <a:ext cx="1319530" cy="410845"/>
          </a:xfrm>
          <a:prstGeom prst="doubleWav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3" name="矩形标注 152"/>
          <p:cNvSpPr/>
          <p:nvPr/>
        </p:nvSpPr>
        <p:spPr>
          <a:xfrm flipV="1">
            <a:off x="11137265" y="-36195"/>
            <a:ext cx="1016000" cy="411480"/>
          </a:xfrm>
          <a:prstGeom prst="wedgeRectCallo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4" name="圆角矩形标注 153"/>
          <p:cNvSpPr/>
          <p:nvPr/>
        </p:nvSpPr>
        <p:spPr>
          <a:xfrm flipV="1">
            <a:off x="11129010" y="471170"/>
            <a:ext cx="1085850" cy="411480"/>
          </a:xfrm>
          <a:prstGeom prst="wedgeRoundRectCallo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5" name="椭圆形标注 154"/>
          <p:cNvSpPr/>
          <p:nvPr/>
        </p:nvSpPr>
        <p:spPr>
          <a:xfrm flipV="1">
            <a:off x="11135360" y="978535"/>
            <a:ext cx="1111250" cy="411480"/>
          </a:xfrm>
          <a:prstGeom prst="wedgeEllipseCallo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6" name="云形标注 155"/>
          <p:cNvSpPr/>
          <p:nvPr/>
        </p:nvSpPr>
        <p:spPr>
          <a:xfrm flipV="1">
            <a:off x="11135360" y="1485900"/>
            <a:ext cx="1111250" cy="411480"/>
          </a:xfrm>
          <a:prstGeom prst="cloudCallo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7" name="线形标注 1 156"/>
          <p:cNvSpPr/>
          <p:nvPr/>
        </p:nvSpPr>
        <p:spPr>
          <a:xfrm flipV="1">
            <a:off x="11511915" y="1993265"/>
            <a:ext cx="641350" cy="411480"/>
          </a:xfrm>
          <a:prstGeom prst="borderCallout1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8" name="线形标注 2 157"/>
          <p:cNvSpPr/>
          <p:nvPr/>
        </p:nvSpPr>
        <p:spPr>
          <a:xfrm flipV="1">
            <a:off x="11478260" y="2500630"/>
            <a:ext cx="615950" cy="411480"/>
          </a:xfrm>
          <a:prstGeom prst="borderCallout2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9" name="线形标注 3 158"/>
          <p:cNvSpPr/>
          <p:nvPr/>
        </p:nvSpPr>
        <p:spPr>
          <a:xfrm flipV="1">
            <a:off x="11395710" y="3007995"/>
            <a:ext cx="666750" cy="411480"/>
          </a:xfrm>
          <a:prstGeom prst="borderCallout3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0" name="线形标注 1(带强调线) 159"/>
          <p:cNvSpPr/>
          <p:nvPr/>
        </p:nvSpPr>
        <p:spPr>
          <a:xfrm flipV="1">
            <a:off x="11471910" y="4022725"/>
            <a:ext cx="596900" cy="411480"/>
          </a:xfrm>
          <a:prstGeom prst="accentCallout1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1" name="线形标注 2(带强调线) 160"/>
          <p:cNvSpPr/>
          <p:nvPr/>
        </p:nvSpPr>
        <p:spPr>
          <a:xfrm flipV="1">
            <a:off x="11478260" y="3515360"/>
            <a:ext cx="692150" cy="411480"/>
          </a:xfrm>
          <a:prstGeom prst="accentCallout2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2" name="线形标注 3(带强调线) 161"/>
          <p:cNvSpPr/>
          <p:nvPr/>
        </p:nvSpPr>
        <p:spPr>
          <a:xfrm flipV="1">
            <a:off x="11465560" y="4530090"/>
            <a:ext cx="717550" cy="411480"/>
          </a:xfrm>
          <a:prstGeom prst="accentCallout3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3" name="线形标注 1(无边框) 162"/>
          <p:cNvSpPr/>
          <p:nvPr/>
        </p:nvSpPr>
        <p:spPr>
          <a:xfrm flipV="1">
            <a:off x="11313160" y="5037455"/>
            <a:ext cx="825500" cy="411480"/>
          </a:xfrm>
          <a:prstGeom prst="callout1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4" name="线形标注 3(无边框) 163"/>
          <p:cNvSpPr/>
          <p:nvPr/>
        </p:nvSpPr>
        <p:spPr>
          <a:xfrm>
            <a:off x="11344910" y="6105525"/>
            <a:ext cx="808355" cy="346075"/>
          </a:xfrm>
          <a:prstGeom prst="callout3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5" name="线形标注 2(无边框) 164"/>
          <p:cNvSpPr/>
          <p:nvPr/>
        </p:nvSpPr>
        <p:spPr>
          <a:xfrm>
            <a:off x="11430000" y="5567680"/>
            <a:ext cx="664210" cy="365760"/>
          </a:xfrm>
          <a:prstGeom prst="callout2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6" name="线形标注 1(带边框和强调线) 165"/>
          <p:cNvSpPr/>
          <p:nvPr/>
        </p:nvSpPr>
        <p:spPr>
          <a:xfrm>
            <a:off x="12472670" y="-81915"/>
            <a:ext cx="462280" cy="596265"/>
          </a:xfrm>
          <a:prstGeom prst="accentBorderCallout1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7" name="线形标注 2(带边框和强调线) 166"/>
          <p:cNvSpPr/>
          <p:nvPr/>
        </p:nvSpPr>
        <p:spPr>
          <a:xfrm>
            <a:off x="12444095" y="716280"/>
            <a:ext cx="567690" cy="644525"/>
          </a:xfrm>
          <a:prstGeom prst="accentBorderCallout2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8" name="线形标注 3(带边框和强调线) 167"/>
          <p:cNvSpPr/>
          <p:nvPr/>
        </p:nvSpPr>
        <p:spPr>
          <a:xfrm>
            <a:off x="12472670" y="1524635"/>
            <a:ext cx="490855" cy="635000"/>
          </a:xfrm>
          <a:prstGeom prst="accentBorderCallout3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-10333990" y="47625"/>
            <a:ext cx="1468755" cy="272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>
            <a:off x="-10333990" y="567690"/>
            <a:ext cx="1456690" cy="3321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-10328275" y="1045210"/>
            <a:ext cx="1372235" cy="3683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肘形连接符 6"/>
          <p:cNvCxnSpPr/>
          <p:nvPr/>
        </p:nvCxnSpPr>
        <p:spPr>
          <a:xfrm>
            <a:off x="-10292080" y="1510665"/>
            <a:ext cx="1287780" cy="417195"/>
          </a:xfrm>
          <a:prstGeom prst="bentConnector3">
            <a:avLst>
              <a:gd name="adj1" fmla="val 8067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肘形连接符 7"/>
          <p:cNvCxnSpPr/>
          <p:nvPr/>
        </p:nvCxnSpPr>
        <p:spPr>
          <a:xfrm>
            <a:off x="-10182860" y="1993900"/>
            <a:ext cx="1136015" cy="387350"/>
          </a:xfrm>
          <a:prstGeom prst="bentConnector3">
            <a:avLst>
              <a:gd name="adj1" fmla="val 73728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肘形连接符 8"/>
          <p:cNvCxnSpPr/>
          <p:nvPr/>
        </p:nvCxnSpPr>
        <p:spPr>
          <a:xfrm>
            <a:off x="-10206990" y="2417445"/>
            <a:ext cx="984885" cy="531495"/>
          </a:xfrm>
          <a:prstGeom prst="bentConnector3">
            <a:avLst>
              <a:gd name="adj1" fmla="val 78336"/>
            </a:avLst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曲线连接符 9"/>
          <p:cNvCxnSpPr/>
          <p:nvPr/>
        </p:nvCxnSpPr>
        <p:spPr>
          <a:xfrm>
            <a:off x="-10231120" y="2963545"/>
            <a:ext cx="1281430" cy="888365"/>
          </a:xfrm>
          <a:prstGeom prst="curvedConnector3">
            <a:avLst>
              <a:gd name="adj1" fmla="val 75569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曲线连接符 10"/>
          <p:cNvCxnSpPr/>
          <p:nvPr/>
        </p:nvCxnSpPr>
        <p:spPr>
          <a:xfrm>
            <a:off x="-10309860" y="3334385"/>
            <a:ext cx="1317625" cy="828040"/>
          </a:xfrm>
          <a:prstGeom prst="curvedConnector3">
            <a:avLst>
              <a:gd name="adj1" fmla="val 66795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曲线连接符 11"/>
          <p:cNvCxnSpPr/>
          <p:nvPr/>
        </p:nvCxnSpPr>
        <p:spPr>
          <a:xfrm>
            <a:off x="-10255250" y="3903980"/>
            <a:ext cx="1190625" cy="737235"/>
          </a:xfrm>
          <a:prstGeom prst="curvedConnector3">
            <a:avLst>
              <a:gd name="adj1" fmla="val 78293"/>
            </a:avLst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任意多边形 15"/>
          <p:cNvSpPr/>
          <p:nvPr/>
        </p:nvSpPr>
        <p:spPr>
          <a:xfrm>
            <a:off x="-10215880" y="4428490"/>
            <a:ext cx="1355725" cy="533400"/>
          </a:xfrm>
          <a:custGeom>
            <a:avLst/>
            <a:gdLst>
              <a:gd name="connisteX0" fmla="*/ 0 w 1355725"/>
              <a:gd name="connsiteY0" fmla="*/ 0 h 533406"/>
              <a:gd name="connisteX1" fmla="*/ 469265 w 1355725"/>
              <a:gd name="connsiteY1" fmla="*/ 288290 h 533406"/>
              <a:gd name="connisteX2" fmla="*/ 1196975 w 1355725"/>
              <a:gd name="connsiteY2" fmla="*/ 533400 h 533406"/>
              <a:gd name="connisteX3" fmla="*/ 1355725 w 1355725"/>
              <a:gd name="connsiteY3" fmla="*/ 295275 h 533406"/>
              <a:gd name="connisteX4" fmla="*/ 1550670 w 1355725"/>
              <a:gd name="connsiteY4" fmla="*/ 245110 h 53340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355725" h="533407">
                <a:moveTo>
                  <a:pt x="0" y="0"/>
                </a:moveTo>
                <a:cubicBezTo>
                  <a:pt x="79375" y="52705"/>
                  <a:pt x="229870" y="181610"/>
                  <a:pt x="469265" y="288290"/>
                </a:cubicBezTo>
                <a:cubicBezTo>
                  <a:pt x="708660" y="394970"/>
                  <a:pt x="1019810" y="532130"/>
                  <a:pt x="1196975" y="533400"/>
                </a:cubicBezTo>
                <a:cubicBezTo>
                  <a:pt x="1374140" y="534670"/>
                  <a:pt x="1285240" y="353060"/>
                  <a:pt x="1355725" y="295275"/>
                </a:cubicBezTo>
              </a:path>
            </a:pathLst>
          </a:cu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/>
        </p:nvSpPr>
        <p:spPr>
          <a:xfrm>
            <a:off x="-10294620" y="4976495"/>
            <a:ext cx="1477645" cy="634365"/>
          </a:xfrm>
          <a:custGeom>
            <a:avLst/>
            <a:gdLst>
              <a:gd name="connisteX0" fmla="*/ 0 w 1477645"/>
              <a:gd name="connsiteY0" fmla="*/ 0 h 634365"/>
              <a:gd name="connisteX1" fmla="*/ 64770 w 1477645"/>
              <a:gd name="connsiteY1" fmla="*/ 57785 h 634365"/>
              <a:gd name="connisteX2" fmla="*/ 114935 w 1477645"/>
              <a:gd name="connsiteY2" fmla="*/ 122555 h 634365"/>
              <a:gd name="connisteX3" fmla="*/ 194310 w 1477645"/>
              <a:gd name="connsiteY3" fmla="*/ 201930 h 634365"/>
              <a:gd name="connisteX4" fmla="*/ 266700 w 1477645"/>
              <a:gd name="connsiteY4" fmla="*/ 245110 h 634365"/>
              <a:gd name="connisteX5" fmla="*/ 338455 w 1477645"/>
              <a:gd name="connsiteY5" fmla="*/ 316865 h 634365"/>
              <a:gd name="connisteX6" fmla="*/ 403225 w 1477645"/>
              <a:gd name="connsiteY6" fmla="*/ 367665 h 634365"/>
              <a:gd name="connisteX7" fmla="*/ 468630 w 1477645"/>
              <a:gd name="connsiteY7" fmla="*/ 389255 h 634365"/>
              <a:gd name="connisteX8" fmla="*/ 533400 w 1477645"/>
              <a:gd name="connsiteY8" fmla="*/ 389255 h 634365"/>
              <a:gd name="connisteX9" fmla="*/ 619760 w 1477645"/>
              <a:gd name="connsiteY9" fmla="*/ 389255 h 634365"/>
              <a:gd name="connisteX10" fmla="*/ 692150 w 1477645"/>
              <a:gd name="connsiteY10" fmla="*/ 381635 h 634365"/>
              <a:gd name="connisteX11" fmla="*/ 756920 w 1477645"/>
              <a:gd name="connsiteY11" fmla="*/ 396240 h 634365"/>
              <a:gd name="connisteX12" fmla="*/ 828675 w 1477645"/>
              <a:gd name="connsiteY12" fmla="*/ 417830 h 634365"/>
              <a:gd name="connisteX13" fmla="*/ 894080 w 1477645"/>
              <a:gd name="connsiteY13" fmla="*/ 432435 h 634365"/>
              <a:gd name="connisteX14" fmla="*/ 965835 w 1477645"/>
              <a:gd name="connsiteY14" fmla="*/ 497205 h 634365"/>
              <a:gd name="connisteX15" fmla="*/ 1009015 w 1477645"/>
              <a:gd name="connsiteY15" fmla="*/ 569595 h 634365"/>
              <a:gd name="connisteX16" fmla="*/ 1073785 w 1477645"/>
              <a:gd name="connsiteY16" fmla="*/ 627380 h 634365"/>
              <a:gd name="connisteX17" fmla="*/ 1139190 w 1477645"/>
              <a:gd name="connsiteY17" fmla="*/ 634365 h 634365"/>
              <a:gd name="connisteX18" fmla="*/ 1210945 w 1477645"/>
              <a:gd name="connsiteY18" fmla="*/ 627380 h 634365"/>
              <a:gd name="connisteX19" fmla="*/ 1283335 w 1477645"/>
              <a:gd name="connsiteY19" fmla="*/ 605155 h 634365"/>
              <a:gd name="connisteX20" fmla="*/ 1348105 w 1477645"/>
              <a:gd name="connsiteY20" fmla="*/ 569595 h 634365"/>
              <a:gd name="connisteX21" fmla="*/ 1412875 w 1477645"/>
              <a:gd name="connsiteY21" fmla="*/ 540385 h 634365"/>
              <a:gd name="connisteX22" fmla="*/ 1477645 w 1477645"/>
              <a:gd name="connsiteY22" fmla="*/ 504825 h 63436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</a:cxnLst>
            <a:rect l="l" t="t" r="r" b="b"/>
            <a:pathLst>
              <a:path w="1477645" h="634365">
                <a:moveTo>
                  <a:pt x="0" y="0"/>
                </a:moveTo>
                <a:lnTo>
                  <a:pt x="64770" y="57785"/>
                </a:lnTo>
                <a:lnTo>
                  <a:pt x="114935" y="122555"/>
                </a:lnTo>
                <a:lnTo>
                  <a:pt x="194310" y="201930"/>
                </a:lnTo>
                <a:lnTo>
                  <a:pt x="266700" y="245110"/>
                </a:lnTo>
                <a:lnTo>
                  <a:pt x="338455" y="316865"/>
                </a:lnTo>
                <a:lnTo>
                  <a:pt x="403225" y="367665"/>
                </a:lnTo>
                <a:lnTo>
                  <a:pt x="468630" y="389255"/>
                </a:lnTo>
                <a:lnTo>
                  <a:pt x="533400" y="389255"/>
                </a:lnTo>
                <a:lnTo>
                  <a:pt x="619760" y="389255"/>
                </a:lnTo>
                <a:lnTo>
                  <a:pt x="692150" y="381635"/>
                </a:lnTo>
                <a:lnTo>
                  <a:pt x="756920" y="396240"/>
                </a:lnTo>
                <a:lnTo>
                  <a:pt x="828675" y="417830"/>
                </a:lnTo>
                <a:lnTo>
                  <a:pt x="894080" y="432435"/>
                </a:lnTo>
                <a:lnTo>
                  <a:pt x="965835" y="497205"/>
                </a:lnTo>
                <a:lnTo>
                  <a:pt x="1009015" y="569595"/>
                </a:lnTo>
                <a:lnTo>
                  <a:pt x="1073785" y="627380"/>
                </a:lnTo>
                <a:lnTo>
                  <a:pt x="1139190" y="634365"/>
                </a:lnTo>
                <a:lnTo>
                  <a:pt x="1210945" y="627380"/>
                </a:lnTo>
                <a:lnTo>
                  <a:pt x="1283335" y="605155"/>
                </a:lnTo>
                <a:lnTo>
                  <a:pt x="1348105" y="569595"/>
                </a:lnTo>
                <a:lnTo>
                  <a:pt x="1412875" y="540385"/>
                </a:lnTo>
                <a:lnTo>
                  <a:pt x="1477645" y="504825"/>
                </a:lnTo>
              </a:path>
            </a:pathLst>
          </a:cu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>
            <a:off x="-10381615" y="5625465"/>
            <a:ext cx="1449705" cy="609600"/>
          </a:xfrm>
          <a:custGeom>
            <a:avLst/>
            <a:gdLst>
              <a:gd name="connisteX0" fmla="*/ 0 w 1449705"/>
              <a:gd name="connsiteY0" fmla="*/ 0 h 609403"/>
              <a:gd name="connisteX1" fmla="*/ 79375 w 1449705"/>
              <a:gd name="connsiteY1" fmla="*/ 93345 h 609403"/>
              <a:gd name="connisteX2" fmla="*/ 158750 w 1449705"/>
              <a:gd name="connsiteY2" fmla="*/ 187325 h 609403"/>
              <a:gd name="connisteX3" fmla="*/ 231140 w 1449705"/>
              <a:gd name="connsiteY3" fmla="*/ 266700 h 609403"/>
              <a:gd name="connisteX4" fmla="*/ 332105 w 1449705"/>
              <a:gd name="connsiteY4" fmla="*/ 367665 h 609403"/>
              <a:gd name="connisteX5" fmla="*/ 411480 w 1449705"/>
              <a:gd name="connsiteY5" fmla="*/ 447040 h 609403"/>
              <a:gd name="connisteX6" fmla="*/ 476250 w 1449705"/>
              <a:gd name="connsiteY6" fmla="*/ 497205 h 609403"/>
              <a:gd name="connisteX7" fmla="*/ 541020 w 1449705"/>
              <a:gd name="connsiteY7" fmla="*/ 533400 h 609403"/>
              <a:gd name="connisteX8" fmla="*/ 635000 w 1449705"/>
              <a:gd name="connsiteY8" fmla="*/ 576580 h 609403"/>
              <a:gd name="connisteX9" fmla="*/ 721360 w 1449705"/>
              <a:gd name="connsiteY9" fmla="*/ 598170 h 609403"/>
              <a:gd name="connisteX10" fmla="*/ 800735 w 1449705"/>
              <a:gd name="connsiteY10" fmla="*/ 598170 h 609403"/>
              <a:gd name="connisteX11" fmla="*/ 887095 w 1449705"/>
              <a:gd name="connsiteY11" fmla="*/ 605155 h 609403"/>
              <a:gd name="connisteX12" fmla="*/ 951865 w 1449705"/>
              <a:gd name="connsiteY12" fmla="*/ 605155 h 609403"/>
              <a:gd name="connisteX13" fmla="*/ 1031240 w 1449705"/>
              <a:gd name="connsiteY13" fmla="*/ 561975 h 609403"/>
              <a:gd name="connisteX14" fmla="*/ 1096010 w 1449705"/>
              <a:gd name="connsiteY14" fmla="*/ 504190 h 609403"/>
              <a:gd name="connisteX15" fmla="*/ 1168400 w 1449705"/>
              <a:gd name="connsiteY15" fmla="*/ 482600 h 609403"/>
              <a:gd name="connisteX16" fmla="*/ 1240155 w 1449705"/>
              <a:gd name="connsiteY16" fmla="*/ 475615 h 609403"/>
              <a:gd name="connisteX17" fmla="*/ 1304925 w 1449705"/>
              <a:gd name="connsiteY17" fmla="*/ 468630 h 609403"/>
              <a:gd name="connisteX18" fmla="*/ 1370330 w 1449705"/>
              <a:gd name="connsiteY18" fmla="*/ 468630 h 609403"/>
              <a:gd name="connisteX19" fmla="*/ 1449705 w 1449705"/>
              <a:gd name="connsiteY19" fmla="*/ 461010 h 60940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</a:cxnLst>
            <a:rect l="l" t="t" r="r" b="b"/>
            <a:pathLst>
              <a:path w="1449705" h="609404">
                <a:moveTo>
                  <a:pt x="0" y="0"/>
                </a:moveTo>
                <a:cubicBezTo>
                  <a:pt x="13970" y="16510"/>
                  <a:pt x="47625" y="55880"/>
                  <a:pt x="79375" y="93345"/>
                </a:cubicBezTo>
                <a:cubicBezTo>
                  <a:pt x="111125" y="130810"/>
                  <a:pt x="128270" y="152400"/>
                  <a:pt x="158750" y="187325"/>
                </a:cubicBezTo>
                <a:cubicBezTo>
                  <a:pt x="189230" y="222250"/>
                  <a:pt x="196215" y="230505"/>
                  <a:pt x="231140" y="266700"/>
                </a:cubicBezTo>
                <a:cubicBezTo>
                  <a:pt x="266065" y="302895"/>
                  <a:pt x="295910" y="331470"/>
                  <a:pt x="332105" y="367665"/>
                </a:cubicBezTo>
                <a:cubicBezTo>
                  <a:pt x="368300" y="403860"/>
                  <a:pt x="382905" y="421005"/>
                  <a:pt x="411480" y="447040"/>
                </a:cubicBezTo>
                <a:cubicBezTo>
                  <a:pt x="440055" y="473075"/>
                  <a:pt x="450215" y="480060"/>
                  <a:pt x="476250" y="497205"/>
                </a:cubicBezTo>
                <a:cubicBezTo>
                  <a:pt x="502285" y="514350"/>
                  <a:pt x="509270" y="517525"/>
                  <a:pt x="541020" y="533400"/>
                </a:cubicBezTo>
                <a:cubicBezTo>
                  <a:pt x="572770" y="549275"/>
                  <a:pt x="598805" y="563880"/>
                  <a:pt x="635000" y="576580"/>
                </a:cubicBezTo>
                <a:cubicBezTo>
                  <a:pt x="671195" y="589280"/>
                  <a:pt x="688340" y="593725"/>
                  <a:pt x="721360" y="598170"/>
                </a:cubicBezTo>
                <a:cubicBezTo>
                  <a:pt x="754380" y="602615"/>
                  <a:pt x="767715" y="596900"/>
                  <a:pt x="800735" y="598170"/>
                </a:cubicBezTo>
                <a:cubicBezTo>
                  <a:pt x="833755" y="599440"/>
                  <a:pt x="856615" y="603885"/>
                  <a:pt x="887095" y="605155"/>
                </a:cubicBezTo>
                <a:cubicBezTo>
                  <a:pt x="917575" y="606425"/>
                  <a:pt x="923290" y="614045"/>
                  <a:pt x="951865" y="605155"/>
                </a:cubicBezTo>
                <a:cubicBezTo>
                  <a:pt x="980440" y="596265"/>
                  <a:pt x="1002665" y="582295"/>
                  <a:pt x="1031240" y="561975"/>
                </a:cubicBezTo>
                <a:cubicBezTo>
                  <a:pt x="1059815" y="541655"/>
                  <a:pt x="1068705" y="520065"/>
                  <a:pt x="1096010" y="504190"/>
                </a:cubicBezTo>
                <a:cubicBezTo>
                  <a:pt x="1123315" y="488315"/>
                  <a:pt x="1139825" y="488315"/>
                  <a:pt x="1168400" y="482600"/>
                </a:cubicBezTo>
                <a:cubicBezTo>
                  <a:pt x="1196975" y="476885"/>
                  <a:pt x="1212850" y="478155"/>
                  <a:pt x="1240155" y="475615"/>
                </a:cubicBezTo>
                <a:cubicBezTo>
                  <a:pt x="1267460" y="473075"/>
                  <a:pt x="1278890" y="469900"/>
                  <a:pt x="1304925" y="468630"/>
                </a:cubicBezTo>
                <a:cubicBezTo>
                  <a:pt x="1330960" y="467360"/>
                  <a:pt x="1341120" y="469900"/>
                  <a:pt x="1370330" y="468630"/>
                </a:cubicBezTo>
                <a:cubicBezTo>
                  <a:pt x="1399540" y="467360"/>
                  <a:pt x="1435100" y="462280"/>
                  <a:pt x="1449705" y="461010"/>
                </a:cubicBezTo>
              </a:path>
            </a:pathLst>
          </a:cu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-8392160" y="430530"/>
            <a:ext cx="1139825" cy="4845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-8377555" y="1036320"/>
            <a:ext cx="1052830" cy="42545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剪去单角的矩形 20"/>
          <p:cNvSpPr/>
          <p:nvPr/>
        </p:nvSpPr>
        <p:spPr>
          <a:xfrm>
            <a:off x="-8298180" y="1588770"/>
            <a:ext cx="1052830" cy="331470"/>
          </a:xfrm>
          <a:prstGeom prst="snip1Rect">
            <a:avLst>
              <a:gd name="adj" fmla="val 500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剪去同侧角的矩形 21"/>
          <p:cNvSpPr/>
          <p:nvPr/>
        </p:nvSpPr>
        <p:spPr>
          <a:xfrm>
            <a:off x="-8406130" y="2197100"/>
            <a:ext cx="1232535" cy="461645"/>
          </a:xfrm>
          <a:prstGeom prst="snip2SameRect">
            <a:avLst>
              <a:gd name="adj1" fmla="val 50000"/>
              <a:gd name="adj2" fmla="val 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剪去对角的矩形 22"/>
          <p:cNvSpPr/>
          <p:nvPr/>
        </p:nvSpPr>
        <p:spPr>
          <a:xfrm>
            <a:off x="-8428355" y="2907030"/>
            <a:ext cx="1276350" cy="403860"/>
          </a:xfrm>
          <a:prstGeom prst="snip2DiagRect">
            <a:avLst>
              <a:gd name="adj1" fmla="val 17610"/>
              <a:gd name="adj2" fmla="val 48113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单圆角矩形 23"/>
          <p:cNvSpPr/>
          <p:nvPr/>
        </p:nvSpPr>
        <p:spPr>
          <a:xfrm>
            <a:off x="-8428355" y="3559810"/>
            <a:ext cx="1406525" cy="432435"/>
          </a:xfrm>
          <a:prstGeom prst="snipRoundRect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单圆角矩形 24"/>
          <p:cNvSpPr/>
          <p:nvPr/>
        </p:nvSpPr>
        <p:spPr>
          <a:xfrm>
            <a:off x="-8479155" y="4176395"/>
            <a:ext cx="1514475" cy="353695"/>
          </a:xfrm>
          <a:prstGeom prst="round1Rect">
            <a:avLst>
              <a:gd name="adj" fmla="val 500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同侧圆角矩形 25"/>
          <p:cNvSpPr/>
          <p:nvPr/>
        </p:nvSpPr>
        <p:spPr>
          <a:xfrm>
            <a:off x="-8392160" y="4758690"/>
            <a:ext cx="1427480" cy="403860"/>
          </a:xfrm>
          <a:prstGeom prst="round2SameRect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对角圆角矩形 26"/>
          <p:cNvSpPr/>
          <p:nvPr/>
        </p:nvSpPr>
        <p:spPr>
          <a:xfrm>
            <a:off x="-8392160" y="5434330"/>
            <a:ext cx="1593850" cy="324485"/>
          </a:xfrm>
          <a:prstGeom prst="round2DiagRect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-6631940" y="15875"/>
            <a:ext cx="1311910" cy="45402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等腰三角形 28"/>
          <p:cNvSpPr/>
          <p:nvPr/>
        </p:nvSpPr>
        <p:spPr>
          <a:xfrm>
            <a:off x="-6654165" y="592455"/>
            <a:ext cx="1492885" cy="454660"/>
          </a:xfrm>
          <a:prstGeom prst="triangle">
            <a:avLst>
              <a:gd name="adj" fmla="val 65759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直角三角形 29"/>
          <p:cNvSpPr/>
          <p:nvPr/>
        </p:nvSpPr>
        <p:spPr>
          <a:xfrm>
            <a:off x="-6596380" y="1256030"/>
            <a:ext cx="1435100" cy="533400"/>
          </a:xfrm>
          <a:prstGeom prst="rtTriangl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平行四边形 30"/>
          <p:cNvSpPr/>
          <p:nvPr/>
        </p:nvSpPr>
        <p:spPr>
          <a:xfrm>
            <a:off x="-6574790" y="2019935"/>
            <a:ext cx="1449705" cy="288925"/>
          </a:xfrm>
          <a:prstGeom prst="parallelogram">
            <a:avLst>
              <a:gd name="adj" fmla="val 104175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梯形 31"/>
          <p:cNvSpPr/>
          <p:nvPr/>
        </p:nvSpPr>
        <p:spPr>
          <a:xfrm>
            <a:off x="-6523990" y="2497455"/>
            <a:ext cx="1456690" cy="309880"/>
          </a:xfrm>
          <a:prstGeom prst="trapezoid">
            <a:avLst>
              <a:gd name="adj" fmla="val 84426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菱形 32"/>
          <p:cNvSpPr/>
          <p:nvPr/>
        </p:nvSpPr>
        <p:spPr>
          <a:xfrm>
            <a:off x="-6523990" y="3044190"/>
            <a:ext cx="1412875" cy="266700"/>
          </a:xfrm>
          <a:prstGeom prst="diamon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正五边形 33"/>
          <p:cNvSpPr/>
          <p:nvPr/>
        </p:nvSpPr>
        <p:spPr>
          <a:xfrm>
            <a:off x="-6473825" y="3534410"/>
            <a:ext cx="1420495" cy="403860"/>
          </a:xfrm>
          <a:prstGeom prst="pentag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六边形 34"/>
          <p:cNvSpPr/>
          <p:nvPr/>
        </p:nvSpPr>
        <p:spPr>
          <a:xfrm>
            <a:off x="-6401435" y="4161790"/>
            <a:ext cx="1470660" cy="311150"/>
          </a:xfrm>
          <a:prstGeom prst="hexagon">
            <a:avLst>
              <a:gd name="adj" fmla="val 84285"/>
              <a:gd name="vf" fmla="val 11547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七边形 35"/>
          <p:cNvSpPr/>
          <p:nvPr/>
        </p:nvSpPr>
        <p:spPr>
          <a:xfrm>
            <a:off x="-6250305" y="4758690"/>
            <a:ext cx="1217295" cy="387350"/>
          </a:xfrm>
          <a:prstGeom prst="heptag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八边形 36"/>
          <p:cNvSpPr/>
          <p:nvPr/>
        </p:nvSpPr>
        <p:spPr>
          <a:xfrm>
            <a:off x="-6250305" y="5336540"/>
            <a:ext cx="1096010" cy="231140"/>
          </a:xfrm>
          <a:prstGeom prst="octagon">
            <a:avLst>
              <a:gd name="adj" fmla="val 500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十边形 37"/>
          <p:cNvSpPr/>
          <p:nvPr/>
        </p:nvSpPr>
        <p:spPr>
          <a:xfrm>
            <a:off x="-6285865" y="5776595"/>
            <a:ext cx="1239520" cy="302895"/>
          </a:xfrm>
          <a:prstGeom prst="decag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十二边形 38"/>
          <p:cNvSpPr/>
          <p:nvPr/>
        </p:nvSpPr>
        <p:spPr>
          <a:xfrm>
            <a:off x="-6257290" y="6165850"/>
            <a:ext cx="1420495" cy="389255"/>
          </a:xfrm>
          <a:prstGeom prst="dodecag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饼形 39"/>
          <p:cNvSpPr/>
          <p:nvPr/>
        </p:nvSpPr>
        <p:spPr>
          <a:xfrm>
            <a:off x="-4879975" y="-41910"/>
            <a:ext cx="1578610" cy="677545"/>
          </a:xfrm>
          <a:prstGeom prst="pie">
            <a:avLst>
              <a:gd name="adj1" fmla="val 1548382"/>
              <a:gd name="adj2" fmla="val 18686988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弦形 40"/>
          <p:cNvSpPr/>
          <p:nvPr/>
        </p:nvSpPr>
        <p:spPr>
          <a:xfrm>
            <a:off x="-4909185" y="751205"/>
            <a:ext cx="1874520" cy="526415"/>
          </a:xfrm>
          <a:prstGeom prst="chord">
            <a:avLst>
              <a:gd name="adj1" fmla="val 714186"/>
              <a:gd name="adj2" fmla="val 11892672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泪滴形 41"/>
          <p:cNvSpPr/>
          <p:nvPr/>
        </p:nvSpPr>
        <p:spPr>
          <a:xfrm>
            <a:off x="-4879975" y="1472565"/>
            <a:ext cx="1557020" cy="389255"/>
          </a:xfrm>
          <a:prstGeom prst="teardrop">
            <a:avLst>
              <a:gd name="adj" fmla="val 42088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图文框 42"/>
          <p:cNvSpPr/>
          <p:nvPr/>
        </p:nvSpPr>
        <p:spPr>
          <a:xfrm>
            <a:off x="-4829810" y="1984375"/>
            <a:ext cx="1579245" cy="490220"/>
          </a:xfrm>
          <a:prstGeom prst="frame">
            <a:avLst>
              <a:gd name="adj1" fmla="val 40284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半闭框 43"/>
          <p:cNvSpPr/>
          <p:nvPr/>
        </p:nvSpPr>
        <p:spPr>
          <a:xfrm>
            <a:off x="-4685665" y="2683510"/>
            <a:ext cx="1629410" cy="281305"/>
          </a:xfrm>
          <a:prstGeom prst="halfFrame">
            <a:avLst>
              <a:gd name="adj1" fmla="val 54401"/>
              <a:gd name="adj2" fmla="val 83069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5" name="L 形 44"/>
          <p:cNvSpPr/>
          <p:nvPr/>
        </p:nvSpPr>
        <p:spPr>
          <a:xfrm>
            <a:off x="-4786630" y="3007995"/>
            <a:ext cx="1658620" cy="259715"/>
          </a:xfrm>
          <a:prstGeom prst="corner">
            <a:avLst>
              <a:gd name="adj1" fmla="val 35207"/>
              <a:gd name="adj2" fmla="val 100488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斜纹 45"/>
          <p:cNvSpPr/>
          <p:nvPr/>
        </p:nvSpPr>
        <p:spPr>
          <a:xfrm>
            <a:off x="-4735830" y="3390265"/>
            <a:ext cx="1758950" cy="346075"/>
          </a:xfrm>
          <a:prstGeom prst="diagStripe">
            <a:avLst>
              <a:gd name="adj" fmla="val 33027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7" name="十字形 46"/>
          <p:cNvSpPr/>
          <p:nvPr/>
        </p:nvSpPr>
        <p:spPr>
          <a:xfrm>
            <a:off x="-4634865" y="3851275"/>
            <a:ext cx="1816735" cy="418465"/>
          </a:xfrm>
          <a:prstGeom prst="plus">
            <a:avLst>
              <a:gd name="adj" fmla="val 37025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缺角矩形 47"/>
          <p:cNvSpPr/>
          <p:nvPr/>
        </p:nvSpPr>
        <p:spPr>
          <a:xfrm>
            <a:off x="-4671060" y="4435475"/>
            <a:ext cx="1939290" cy="526415"/>
          </a:xfrm>
          <a:prstGeom prst="plaque">
            <a:avLst>
              <a:gd name="adj" fmla="val 43063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圆柱形 48"/>
          <p:cNvSpPr/>
          <p:nvPr/>
        </p:nvSpPr>
        <p:spPr>
          <a:xfrm>
            <a:off x="-4591685" y="5127625"/>
            <a:ext cx="1924685" cy="526415"/>
          </a:xfrm>
          <a:prstGeom prst="can">
            <a:avLst>
              <a:gd name="adj" fmla="val 500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立方体 49"/>
          <p:cNvSpPr/>
          <p:nvPr/>
        </p:nvSpPr>
        <p:spPr>
          <a:xfrm>
            <a:off x="-4591685" y="5798185"/>
            <a:ext cx="1802130" cy="541020"/>
          </a:xfrm>
          <a:prstGeom prst="cube">
            <a:avLst>
              <a:gd name="adj" fmla="val 53169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棱台 50"/>
          <p:cNvSpPr/>
          <p:nvPr/>
        </p:nvSpPr>
        <p:spPr>
          <a:xfrm>
            <a:off x="-2940685" y="-12700"/>
            <a:ext cx="2076450" cy="332105"/>
          </a:xfrm>
          <a:prstGeom prst="bevel">
            <a:avLst>
              <a:gd name="adj" fmla="val 32695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棱台 51"/>
          <p:cNvSpPr/>
          <p:nvPr/>
        </p:nvSpPr>
        <p:spPr>
          <a:xfrm>
            <a:off x="-3034665" y="469900"/>
            <a:ext cx="2249170" cy="367665"/>
          </a:xfrm>
          <a:prstGeom prst="bevel">
            <a:avLst>
              <a:gd name="adj" fmla="val 43523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同心圆 52"/>
          <p:cNvSpPr/>
          <p:nvPr/>
        </p:nvSpPr>
        <p:spPr>
          <a:xfrm>
            <a:off x="-2667000" y="1036320"/>
            <a:ext cx="1582420" cy="201930"/>
          </a:xfrm>
          <a:prstGeom prst="donut">
            <a:avLst>
              <a:gd name="adj" fmla="val 44001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4" name="禁止符 53"/>
          <p:cNvSpPr/>
          <p:nvPr/>
        </p:nvSpPr>
        <p:spPr>
          <a:xfrm>
            <a:off x="-2781935" y="1464945"/>
            <a:ext cx="1823720" cy="223520"/>
          </a:xfrm>
          <a:prstGeom prst="noSmoking">
            <a:avLst>
              <a:gd name="adj" fmla="val 31229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5" name="空心弧 54"/>
          <p:cNvSpPr/>
          <p:nvPr/>
        </p:nvSpPr>
        <p:spPr>
          <a:xfrm>
            <a:off x="-2781935" y="1883410"/>
            <a:ext cx="1694180" cy="314325"/>
          </a:xfrm>
          <a:prstGeom prst="blockArc">
            <a:avLst>
              <a:gd name="adj1" fmla="val 11171545"/>
              <a:gd name="adj2" fmla="val 187506"/>
              <a:gd name="adj3" fmla="val 500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6" name="折角形 55"/>
          <p:cNvSpPr/>
          <p:nvPr/>
        </p:nvSpPr>
        <p:spPr>
          <a:xfrm>
            <a:off x="-2653665" y="2167255"/>
            <a:ext cx="1706880" cy="401320"/>
          </a:xfrm>
          <a:prstGeom prst="foldedCorner">
            <a:avLst>
              <a:gd name="adj" fmla="val 500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笑脸 56"/>
          <p:cNvSpPr/>
          <p:nvPr/>
        </p:nvSpPr>
        <p:spPr>
          <a:xfrm>
            <a:off x="-2475865" y="2807335"/>
            <a:ext cx="1320800" cy="381000"/>
          </a:xfrm>
          <a:prstGeom prst="smileyFace">
            <a:avLst>
              <a:gd name="adj" fmla="val -4653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心形 57"/>
          <p:cNvSpPr/>
          <p:nvPr/>
        </p:nvSpPr>
        <p:spPr>
          <a:xfrm>
            <a:off x="-2501265" y="3340735"/>
            <a:ext cx="1508760" cy="381000"/>
          </a:xfrm>
          <a:prstGeom prst="hear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闪电形 58"/>
          <p:cNvSpPr/>
          <p:nvPr/>
        </p:nvSpPr>
        <p:spPr>
          <a:xfrm>
            <a:off x="-2369185" y="3818255"/>
            <a:ext cx="1417320" cy="370840"/>
          </a:xfrm>
          <a:prstGeom prst="lightningBol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太阳形 59"/>
          <p:cNvSpPr/>
          <p:nvPr/>
        </p:nvSpPr>
        <p:spPr>
          <a:xfrm>
            <a:off x="-2298065" y="4270375"/>
            <a:ext cx="1544320" cy="558800"/>
          </a:xfrm>
          <a:prstGeom prst="sun">
            <a:avLst>
              <a:gd name="adj" fmla="val 31578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新月形 60"/>
          <p:cNvSpPr/>
          <p:nvPr/>
        </p:nvSpPr>
        <p:spPr>
          <a:xfrm>
            <a:off x="-2364105" y="4956175"/>
            <a:ext cx="1564640" cy="254000"/>
          </a:xfrm>
          <a:prstGeom prst="moon">
            <a:avLst>
              <a:gd name="adj" fmla="val 37824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云形 61"/>
          <p:cNvSpPr/>
          <p:nvPr/>
        </p:nvSpPr>
        <p:spPr>
          <a:xfrm>
            <a:off x="-2242820" y="5412740"/>
            <a:ext cx="1617345" cy="355600"/>
          </a:xfrm>
          <a:prstGeom prst="clou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弧形 62"/>
          <p:cNvSpPr/>
          <p:nvPr/>
        </p:nvSpPr>
        <p:spPr>
          <a:xfrm>
            <a:off x="-946785" y="15875"/>
            <a:ext cx="2082800" cy="474345"/>
          </a:xfrm>
          <a:prstGeom prst="arc">
            <a:avLst>
              <a:gd name="adj1" fmla="val 18924349"/>
              <a:gd name="adj2" fmla="val 77522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双括号 63"/>
          <p:cNvSpPr/>
          <p:nvPr/>
        </p:nvSpPr>
        <p:spPr>
          <a:xfrm>
            <a:off x="-137795" y="451485"/>
            <a:ext cx="1506855" cy="245110"/>
          </a:xfrm>
          <a:prstGeom prst="bracketPair">
            <a:avLst>
              <a:gd name="adj" fmla="val 5000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双大括号 64"/>
          <p:cNvSpPr/>
          <p:nvPr/>
        </p:nvSpPr>
        <p:spPr>
          <a:xfrm>
            <a:off x="-147955" y="993140"/>
            <a:ext cx="1524000" cy="313055"/>
          </a:xfrm>
          <a:prstGeom prst="bracePair">
            <a:avLst>
              <a:gd name="adj" fmla="val 19472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左中括号 65"/>
          <p:cNvSpPr/>
          <p:nvPr/>
        </p:nvSpPr>
        <p:spPr>
          <a:xfrm>
            <a:off x="-689610" y="1569085"/>
            <a:ext cx="295910" cy="575310"/>
          </a:xfrm>
          <a:prstGeom prst="leftBracket">
            <a:avLst>
              <a:gd name="adj" fmla="val 40557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右中括号 66"/>
          <p:cNvSpPr/>
          <p:nvPr/>
        </p:nvSpPr>
        <p:spPr>
          <a:xfrm>
            <a:off x="-207010" y="1518285"/>
            <a:ext cx="422910" cy="617855"/>
          </a:xfrm>
          <a:prstGeom prst="rightBracket">
            <a:avLst>
              <a:gd name="adj" fmla="val 3153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左大括号 67"/>
          <p:cNvSpPr/>
          <p:nvPr/>
        </p:nvSpPr>
        <p:spPr>
          <a:xfrm>
            <a:off x="504190" y="1534795"/>
            <a:ext cx="440055" cy="711200"/>
          </a:xfrm>
          <a:prstGeom prst="leftBrace">
            <a:avLst>
              <a:gd name="adj1" fmla="val 0"/>
              <a:gd name="adj2" fmla="val 6116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右大括号 68"/>
          <p:cNvSpPr/>
          <p:nvPr/>
        </p:nvSpPr>
        <p:spPr>
          <a:xfrm>
            <a:off x="1172845" y="1492885"/>
            <a:ext cx="440055" cy="770255"/>
          </a:xfrm>
          <a:prstGeom prst="rightBrace">
            <a:avLst>
              <a:gd name="adj1" fmla="val 20634"/>
              <a:gd name="adj2" fmla="val 37675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右箭头 69"/>
          <p:cNvSpPr/>
          <p:nvPr/>
        </p:nvSpPr>
        <p:spPr>
          <a:xfrm>
            <a:off x="-503555" y="2432685"/>
            <a:ext cx="855345" cy="270510"/>
          </a:xfrm>
          <a:prstGeom prst="rightArrow">
            <a:avLst>
              <a:gd name="adj1" fmla="val 33333"/>
              <a:gd name="adj2" fmla="val 37089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左箭头 70"/>
          <p:cNvSpPr/>
          <p:nvPr/>
        </p:nvSpPr>
        <p:spPr>
          <a:xfrm>
            <a:off x="588645" y="2423795"/>
            <a:ext cx="974090" cy="330200"/>
          </a:xfrm>
          <a:prstGeom prst="leftArrow">
            <a:avLst>
              <a:gd name="adj1" fmla="val 36538"/>
              <a:gd name="adj2" fmla="val 375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上箭头 71"/>
          <p:cNvSpPr/>
          <p:nvPr/>
        </p:nvSpPr>
        <p:spPr>
          <a:xfrm>
            <a:off x="-588010" y="2966085"/>
            <a:ext cx="948055" cy="270510"/>
          </a:xfrm>
          <a:prstGeom prst="upArrow">
            <a:avLst>
              <a:gd name="adj1" fmla="val 34360"/>
              <a:gd name="adj2" fmla="val 68779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下箭头 72"/>
          <p:cNvSpPr/>
          <p:nvPr/>
        </p:nvSpPr>
        <p:spPr>
          <a:xfrm>
            <a:off x="631190" y="2966085"/>
            <a:ext cx="1024255" cy="372110"/>
          </a:xfrm>
          <a:prstGeom prst="downArrow">
            <a:avLst>
              <a:gd name="adj1" fmla="val 26472"/>
              <a:gd name="adj2" fmla="val 61092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左右箭头 73"/>
          <p:cNvSpPr/>
          <p:nvPr/>
        </p:nvSpPr>
        <p:spPr>
          <a:xfrm>
            <a:off x="-675640" y="3533140"/>
            <a:ext cx="1151255" cy="406400"/>
          </a:xfrm>
          <a:prstGeom prst="leftRightArrow">
            <a:avLst>
              <a:gd name="adj1" fmla="val 25000"/>
              <a:gd name="adj2" fmla="val 82031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上下箭头 74"/>
          <p:cNvSpPr/>
          <p:nvPr/>
        </p:nvSpPr>
        <p:spPr>
          <a:xfrm>
            <a:off x="-503555" y="4067175"/>
            <a:ext cx="381000" cy="1143000"/>
          </a:xfrm>
          <a:prstGeom prst="upDownArrow">
            <a:avLst>
              <a:gd name="adj1" fmla="val 18333"/>
              <a:gd name="adj2" fmla="val 80833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十字箭头 75"/>
          <p:cNvSpPr/>
          <p:nvPr/>
        </p:nvSpPr>
        <p:spPr>
          <a:xfrm>
            <a:off x="814705" y="3601085"/>
            <a:ext cx="889000" cy="609600"/>
          </a:xfrm>
          <a:prstGeom prst="quadArrow">
            <a:avLst>
              <a:gd name="adj1" fmla="val 39166"/>
              <a:gd name="adj2" fmla="val 36562"/>
              <a:gd name="adj3" fmla="val 13437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丁字箭头 76"/>
          <p:cNvSpPr/>
          <p:nvPr/>
        </p:nvSpPr>
        <p:spPr>
          <a:xfrm>
            <a:off x="139065" y="4269740"/>
            <a:ext cx="770255" cy="931545"/>
          </a:xfrm>
          <a:prstGeom prst="leftRightUpArrow">
            <a:avLst>
              <a:gd name="adj1" fmla="val 15086"/>
              <a:gd name="adj2" fmla="val 36974"/>
              <a:gd name="adj3" fmla="val 13025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圆角右箭头 77"/>
          <p:cNvSpPr/>
          <p:nvPr/>
        </p:nvSpPr>
        <p:spPr>
          <a:xfrm>
            <a:off x="1137920" y="4363085"/>
            <a:ext cx="804545" cy="778510"/>
          </a:xfrm>
          <a:prstGeom prst="bentArrow">
            <a:avLst>
              <a:gd name="adj1" fmla="val 19738"/>
              <a:gd name="adj2" fmla="val 31117"/>
              <a:gd name="adj3" fmla="val 16802"/>
              <a:gd name="adj4" fmla="val 29037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9" name="手杖形箭头 78"/>
          <p:cNvSpPr/>
          <p:nvPr/>
        </p:nvSpPr>
        <p:spPr>
          <a:xfrm>
            <a:off x="-360045" y="5463540"/>
            <a:ext cx="635000" cy="871855"/>
          </a:xfrm>
          <a:prstGeom prst="uturnArrow">
            <a:avLst>
              <a:gd name="adj1" fmla="val 34000"/>
              <a:gd name="adj2" fmla="val 18550"/>
              <a:gd name="adj3" fmla="val 41729"/>
              <a:gd name="adj4" fmla="val 26300"/>
              <a:gd name="adj5" fmla="val 8485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0" name="直角双向箭头 79"/>
          <p:cNvSpPr/>
          <p:nvPr/>
        </p:nvSpPr>
        <p:spPr>
          <a:xfrm>
            <a:off x="469900" y="5556885"/>
            <a:ext cx="635000" cy="795655"/>
          </a:xfrm>
          <a:prstGeom prst="leftUpArrow">
            <a:avLst>
              <a:gd name="adj1" fmla="val 29000"/>
              <a:gd name="adj2" fmla="val 33500"/>
              <a:gd name="adj3" fmla="val 390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直角上箭头 80"/>
          <p:cNvSpPr/>
          <p:nvPr/>
        </p:nvSpPr>
        <p:spPr>
          <a:xfrm>
            <a:off x="1341755" y="5448935"/>
            <a:ext cx="669290" cy="1041400"/>
          </a:xfrm>
          <a:prstGeom prst="bentUpArrow">
            <a:avLst>
              <a:gd name="adj1" fmla="val 37760"/>
              <a:gd name="adj2" fmla="val 32115"/>
              <a:gd name="adj3" fmla="val 500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左弧形箭头 81"/>
          <p:cNvSpPr/>
          <p:nvPr/>
        </p:nvSpPr>
        <p:spPr>
          <a:xfrm>
            <a:off x="1785620" y="-81915"/>
            <a:ext cx="897890" cy="1354455"/>
          </a:xfrm>
          <a:prstGeom prst="curvedRightArrow">
            <a:avLst>
              <a:gd name="adj1" fmla="val 11245"/>
              <a:gd name="adj2" fmla="val 66447"/>
              <a:gd name="adj3" fmla="val 15346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3" name="右弧形箭头 82"/>
          <p:cNvSpPr/>
          <p:nvPr/>
        </p:nvSpPr>
        <p:spPr>
          <a:xfrm>
            <a:off x="2940685" y="67945"/>
            <a:ext cx="939800" cy="1397000"/>
          </a:xfrm>
          <a:prstGeom prst="curvedLeftArrow">
            <a:avLst>
              <a:gd name="adj1" fmla="val 45094"/>
              <a:gd name="adj2" fmla="val 74324"/>
              <a:gd name="adj3" fmla="val 43378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4" name="下弧形箭头 83"/>
          <p:cNvSpPr/>
          <p:nvPr/>
        </p:nvSpPr>
        <p:spPr>
          <a:xfrm>
            <a:off x="2140585" y="1670050"/>
            <a:ext cx="1600200" cy="508000"/>
          </a:xfrm>
          <a:prstGeom prst="curvedUpArrow">
            <a:avLst>
              <a:gd name="adj1" fmla="val 0"/>
              <a:gd name="adj2" fmla="val 85646"/>
              <a:gd name="adj3" fmla="val 580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5" name="上弧形箭头 84"/>
          <p:cNvSpPr/>
          <p:nvPr/>
        </p:nvSpPr>
        <p:spPr>
          <a:xfrm>
            <a:off x="2204085" y="2308860"/>
            <a:ext cx="1676400" cy="517525"/>
          </a:xfrm>
          <a:prstGeom prst="curvedDownArrow">
            <a:avLst>
              <a:gd name="adj1" fmla="val 50000"/>
              <a:gd name="adj2" fmla="val 33475"/>
              <a:gd name="adj3" fmla="val 60368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6" name="虚尾箭头 85"/>
          <p:cNvSpPr/>
          <p:nvPr/>
        </p:nvSpPr>
        <p:spPr>
          <a:xfrm>
            <a:off x="2049145" y="2889250"/>
            <a:ext cx="1771650" cy="476250"/>
          </a:xfrm>
          <a:prstGeom prst="stripedRightArrow">
            <a:avLst>
              <a:gd name="adj1" fmla="val 9333"/>
              <a:gd name="adj2" fmla="val 19066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" name="燕尾形箭头 86"/>
          <p:cNvSpPr/>
          <p:nvPr/>
        </p:nvSpPr>
        <p:spPr>
          <a:xfrm>
            <a:off x="1991995" y="3390265"/>
            <a:ext cx="1727200" cy="355600"/>
          </a:xfrm>
          <a:prstGeom prst="notchedRightArrow">
            <a:avLst>
              <a:gd name="adj1" fmla="val 70000"/>
              <a:gd name="adj2" fmla="val 195714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8" name="五边形 87"/>
          <p:cNvSpPr/>
          <p:nvPr/>
        </p:nvSpPr>
        <p:spPr>
          <a:xfrm>
            <a:off x="2093595" y="3787775"/>
            <a:ext cx="1727200" cy="279400"/>
          </a:xfrm>
          <a:prstGeom prst="homePlate">
            <a:avLst>
              <a:gd name="adj" fmla="val 168181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9" name="燕尾形 88"/>
          <p:cNvSpPr/>
          <p:nvPr/>
        </p:nvSpPr>
        <p:spPr>
          <a:xfrm>
            <a:off x="2080895" y="4121785"/>
            <a:ext cx="1739900" cy="241300"/>
          </a:xfrm>
          <a:prstGeom prst="chevron">
            <a:avLst>
              <a:gd name="adj" fmla="val 163684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0" name="右箭头标注 89"/>
          <p:cNvSpPr/>
          <p:nvPr/>
        </p:nvSpPr>
        <p:spPr>
          <a:xfrm>
            <a:off x="2182495" y="4472940"/>
            <a:ext cx="1771650" cy="431800"/>
          </a:xfrm>
          <a:prstGeom prst="rightArrowCallout">
            <a:avLst>
              <a:gd name="adj1" fmla="val 10882"/>
              <a:gd name="adj2" fmla="val 36764"/>
              <a:gd name="adj3" fmla="val 113235"/>
              <a:gd name="adj4" fmla="val 3086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1" name="左箭头标注 90"/>
          <p:cNvSpPr/>
          <p:nvPr/>
        </p:nvSpPr>
        <p:spPr>
          <a:xfrm>
            <a:off x="2093595" y="5072380"/>
            <a:ext cx="1670050" cy="495300"/>
          </a:xfrm>
          <a:prstGeom prst="leftArrowCallout">
            <a:avLst>
              <a:gd name="adj1" fmla="val 6666"/>
              <a:gd name="adj2" fmla="val 11282"/>
              <a:gd name="adj3" fmla="val 10512"/>
              <a:gd name="adj4" fmla="val 85019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" name="下箭头标注 91"/>
          <p:cNvSpPr/>
          <p:nvPr/>
        </p:nvSpPr>
        <p:spPr>
          <a:xfrm>
            <a:off x="2252345" y="6079490"/>
            <a:ext cx="1441450" cy="558800"/>
          </a:xfrm>
          <a:prstGeom prst="downArrowCallout">
            <a:avLst>
              <a:gd name="adj1" fmla="val 45000"/>
              <a:gd name="adj2" fmla="val 53750"/>
              <a:gd name="adj3" fmla="val 43750"/>
              <a:gd name="adj4" fmla="val 42045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3" name="上箭头标注 92"/>
          <p:cNvSpPr/>
          <p:nvPr/>
        </p:nvSpPr>
        <p:spPr>
          <a:xfrm>
            <a:off x="2252345" y="5567680"/>
            <a:ext cx="1511300" cy="412750"/>
          </a:xfrm>
          <a:prstGeom prst="upArrowCallout">
            <a:avLst>
              <a:gd name="adj1" fmla="val 13846"/>
              <a:gd name="adj2" fmla="val 15692"/>
              <a:gd name="adj3" fmla="val 36923"/>
              <a:gd name="adj4" fmla="val 440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左右箭头标注 93"/>
          <p:cNvSpPr/>
          <p:nvPr/>
        </p:nvSpPr>
        <p:spPr>
          <a:xfrm>
            <a:off x="4201795" y="266065"/>
            <a:ext cx="1600200" cy="476250"/>
          </a:xfrm>
          <a:prstGeom prst="leftRightArrowCallout">
            <a:avLst>
              <a:gd name="adj1" fmla="val 5600"/>
              <a:gd name="adj2" fmla="val 37333"/>
              <a:gd name="adj3" fmla="val 12800"/>
              <a:gd name="adj4" fmla="val 71269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5" name="十字箭头标注 94"/>
          <p:cNvSpPr/>
          <p:nvPr/>
        </p:nvSpPr>
        <p:spPr>
          <a:xfrm>
            <a:off x="4195445" y="901700"/>
            <a:ext cx="1543050" cy="762000"/>
          </a:xfrm>
          <a:prstGeom prst="quadArrowCallout">
            <a:avLst>
              <a:gd name="adj1" fmla="val 37030"/>
              <a:gd name="adj2" fmla="val 6583"/>
              <a:gd name="adj3" fmla="val 31416"/>
              <a:gd name="adj4" fmla="val 28666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6" name="环形箭头 95"/>
          <p:cNvSpPr/>
          <p:nvPr/>
        </p:nvSpPr>
        <p:spPr>
          <a:xfrm>
            <a:off x="4284345" y="1670050"/>
            <a:ext cx="1593850" cy="1581150"/>
          </a:xfrm>
          <a:prstGeom prst="circularArrow">
            <a:avLst>
              <a:gd name="adj1" fmla="val 18623"/>
              <a:gd name="adj2" fmla="val 749805"/>
              <a:gd name="adj3" fmla="val 20507138"/>
              <a:gd name="adj4" fmla="val 10800000"/>
              <a:gd name="adj5" fmla="val 17802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7" name="加号 96"/>
          <p:cNvSpPr/>
          <p:nvPr/>
        </p:nvSpPr>
        <p:spPr>
          <a:xfrm>
            <a:off x="4246245" y="2432685"/>
            <a:ext cx="1600200" cy="673100"/>
          </a:xfrm>
          <a:prstGeom prst="mathPlus">
            <a:avLst>
              <a:gd name="adj1" fmla="val 39622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8" name="减号 97"/>
          <p:cNvSpPr/>
          <p:nvPr/>
        </p:nvSpPr>
        <p:spPr>
          <a:xfrm>
            <a:off x="4297045" y="3007995"/>
            <a:ext cx="1504950" cy="450850"/>
          </a:xfrm>
          <a:prstGeom prst="mathMinus">
            <a:avLst>
              <a:gd name="adj1" fmla="val 52394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9" name="乘号 98"/>
          <p:cNvSpPr/>
          <p:nvPr/>
        </p:nvSpPr>
        <p:spPr>
          <a:xfrm>
            <a:off x="4100195" y="3390265"/>
            <a:ext cx="1790700" cy="514350"/>
          </a:xfrm>
          <a:prstGeom prst="mathMultiply">
            <a:avLst>
              <a:gd name="adj1" fmla="val 3716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0" name="除号 99"/>
          <p:cNvSpPr/>
          <p:nvPr/>
        </p:nvSpPr>
        <p:spPr>
          <a:xfrm>
            <a:off x="4297045" y="3939540"/>
            <a:ext cx="1320800" cy="444500"/>
          </a:xfrm>
          <a:prstGeom prst="mathDivide">
            <a:avLst>
              <a:gd name="adj1" fmla="val 36745"/>
              <a:gd name="adj2" fmla="val 0"/>
              <a:gd name="adj3" fmla="val 14515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1" name="等于号 100"/>
          <p:cNvSpPr/>
          <p:nvPr/>
        </p:nvSpPr>
        <p:spPr>
          <a:xfrm>
            <a:off x="4297045" y="4320540"/>
            <a:ext cx="1384300" cy="584200"/>
          </a:xfrm>
          <a:prstGeom prst="mathEqual">
            <a:avLst>
              <a:gd name="adj1" fmla="val 9663"/>
              <a:gd name="adj2" fmla="val 3043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2" name="不等于号 101"/>
          <p:cNvSpPr/>
          <p:nvPr/>
        </p:nvSpPr>
        <p:spPr>
          <a:xfrm>
            <a:off x="4316095" y="4904740"/>
            <a:ext cx="1301750" cy="609600"/>
          </a:xfrm>
          <a:prstGeom prst="mathNotEqual">
            <a:avLst>
              <a:gd name="adj1" fmla="val 13876"/>
              <a:gd name="adj2" fmla="val 4493729"/>
              <a:gd name="adj3" fmla="val 27291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3" name="流程图: 过程 102"/>
          <p:cNvSpPr/>
          <p:nvPr/>
        </p:nvSpPr>
        <p:spPr>
          <a:xfrm>
            <a:off x="4277995" y="5708650"/>
            <a:ext cx="1231900" cy="342900"/>
          </a:xfrm>
          <a:prstGeom prst="flowChart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" name="流程图: 可选过程 103"/>
          <p:cNvSpPr/>
          <p:nvPr/>
        </p:nvSpPr>
        <p:spPr>
          <a:xfrm>
            <a:off x="4284345" y="6242050"/>
            <a:ext cx="1403350" cy="330200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5" name="流程图: 决策 104"/>
          <p:cNvSpPr/>
          <p:nvPr/>
        </p:nvSpPr>
        <p:spPr>
          <a:xfrm>
            <a:off x="6151245" y="362585"/>
            <a:ext cx="1282700" cy="283845"/>
          </a:xfrm>
          <a:prstGeom prst="flowChartDecisi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6" name="流程图: 数据 105"/>
          <p:cNvSpPr/>
          <p:nvPr/>
        </p:nvSpPr>
        <p:spPr>
          <a:xfrm>
            <a:off x="6208395" y="864235"/>
            <a:ext cx="1263650" cy="244475"/>
          </a:xfrm>
          <a:prstGeom prst="flowChartInputOutp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7" name="流程图: 预定义过程 106"/>
          <p:cNvSpPr/>
          <p:nvPr/>
        </p:nvSpPr>
        <p:spPr>
          <a:xfrm>
            <a:off x="6170295" y="1326515"/>
            <a:ext cx="1308100" cy="186690"/>
          </a:xfrm>
          <a:prstGeom prst="flowChartPredefined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8" name="流程图: 内部贮存 107"/>
          <p:cNvSpPr/>
          <p:nvPr/>
        </p:nvSpPr>
        <p:spPr>
          <a:xfrm>
            <a:off x="6106795" y="1731010"/>
            <a:ext cx="1631950" cy="226695"/>
          </a:xfrm>
          <a:prstGeom prst="flowChartInternalStorag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9" name="流程图: 文档 108"/>
          <p:cNvSpPr/>
          <p:nvPr/>
        </p:nvSpPr>
        <p:spPr>
          <a:xfrm>
            <a:off x="6144895" y="2175510"/>
            <a:ext cx="1625600" cy="172720"/>
          </a:xfrm>
          <a:prstGeom prst="flowChartDocumen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0" name="流程图: 多文档 109"/>
          <p:cNvSpPr/>
          <p:nvPr/>
        </p:nvSpPr>
        <p:spPr>
          <a:xfrm>
            <a:off x="6081395" y="2566035"/>
            <a:ext cx="1708150" cy="316230"/>
          </a:xfrm>
          <a:prstGeom prst="flowChartMultidocumen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1" name="流程图: 终止 110"/>
          <p:cNvSpPr/>
          <p:nvPr/>
        </p:nvSpPr>
        <p:spPr>
          <a:xfrm>
            <a:off x="6055995" y="3100070"/>
            <a:ext cx="1765300" cy="197485"/>
          </a:xfrm>
          <a:prstGeom prst="flowChartTerminator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2" name="流程图: 准备 111"/>
          <p:cNvSpPr/>
          <p:nvPr/>
        </p:nvSpPr>
        <p:spPr>
          <a:xfrm>
            <a:off x="5979795" y="3515360"/>
            <a:ext cx="1905000" cy="168910"/>
          </a:xfrm>
          <a:prstGeom prst="flowChartPreparati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3" name="流程图: 手动输入 112"/>
          <p:cNvSpPr/>
          <p:nvPr/>
        </p:nvSpPr>
        <p:spPr>
          <a:xfrm>
            <a:off x="5954395" y="3902075"/>
            <a:ext cx="1930400" cy="219075"/>
          </a:xfrm>
          <a:prstGeom prst="flowChartManualInp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4" name="流程图: 手动操作 113"/>
          <p:cNvSpPr/>
          <p:nvPr/>
        </p:nvSpPr>
        <p:spPr>
          <a:xfrm>
            <a:off x="5948045" y="4338955"/>
            <a:ext cx="1803400" cy="151130"/>
          </a:xfrm>
          <a:prstGeom prst="flowChartManualOperati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5" name="流程图: 联系 114"/>
          <p:cNvSpPr/>
          <p:nvPr/>
        </p:nvSpPr>
        <p:spPr>
          <a:xfrm>
            <a:off x="5897245" y="4707890"/>
            <a:ext cx="1854200" cy="144145"/>
          </a:xfrm>
          <a:prstGeom prst="flowChartConnector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6" name="流程图: 离页连接符 115"/>
          <p:cNvSpPr/>
          <p:nvPr/>
        </p:nvSpPr>
        <p:spPr>
          <a:xfrm>
            <a:off x="5884545" y="5069840"/>
            <a:ext cx="1905000" cy="212090"/>
          </a:xfrm>
          <a:prstGeom prst="flowChartOffpageConnector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7" name="流程图: 卡片 116"/>
          <p:cNvSpPr/>
          <p:nvPr/>
        </p:nvSpPr>
        <p:spPr>
          <a:xfrm>
            <a:off x="6011545" y="5499735"/>
            <a:ext cx="1898650" cy="176530"/>
          </a:xfrm>
          <a:prstGeom prst="flowChartPunchedCar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8" name="流程图: 资料带 117"/>
          <p:cNvSpPr/>
          <p:nvPr/>
        </p:nvSpPr>
        <p:spPr>
          <a:xfrm>
            <a:off x="5946140" y="5791200"/>
            <a:ext cx="1968500" cy="273050"/>
          </a:xfrm>
          <a:prstGeom prst="flowChartPunchedTap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9" name="流程图: 汇总连接 118"/>
          <p:cNvSpPr/>
          <p:nvPr/>
        </p:nvSpPr>
        <p:spPr>
          <a:xfrm>
            <a:off x="5914390" y="6191250"/>
            <a:ext cx="393700" cy="368300"/>
          </a:xfrm>
          <a:prstGeom prst="flowChartSummingJuncti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0" name="流程图: 或者 119"/>
          <p:cNvSpPr/>
          <p:nvPr/>
        </p:nvSpPr>
        <p:spPr>
          <a:xfrm>
            <a:off x="6396990" y="6203950"/>
            <a:ext cx="406400" cy="374650"/>
          </a:xfrm>
          <a:prstGeom prst="flowChartOr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1" name="流程图: 对照 120"/>
          <p:cNvSpPr/>
          <p:nvPr/>
        </p:nvSpPr>
        <p:spPr>
          <a:xfrm>
            <a:off x="6841490" y="6172200"/>
            <a:ext cx="260350" cy="495300"/>
          </a:xfrm>
          <a:prstGeom prst="flowChartCollat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2" name="流程图: 排序 121"/>
          <p:cNvSpPr/>
          <p:nvPr/>
        </p:nvSpPr>
        <p:spPr>
          <a:xfrm>
            <a:off x="7197090" y="6146800"/>
            <a:ext cx="266700" cy="539750"/>
          </a:xfrm>
          <a:prstGeom prst="flowChartSor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3" name="流程图: 摘录 122"/>
          <p:cNvSpPr/>
          <p:nvPr/>
        </p:nvSpPr>
        <p:spPr>
          <a:xfrm>
            <a:off x="7590790" y="6146800"/>
            <a:ext cx="234950" cy="304800"/>
          </a:xfrm>
          <a:prstGeom prst="flowChartExtra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4" name="流程图: 合并 123"/>
          <p:cNvSpPr/>
          <p:nvPr/>
        </p:nvSpPr>
        <p:spPr>
          <a:xfrm>
            <a:off x="7603490" y="6496050"/>
            <a:ext cx="260350" cy="266700"/>
          </a:xfrm>
          <a:prstGeom prst="flowChartMerg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5" name="流程图: 库存数据 124"/>
          <p:cNvSpPr/>
          <p:nvPr/>
        </p:nvSpPr>
        <p:spPr>
          <a:xfrm>
            <a:off x="7841615" y="348615"/>
            <a:ext cx="1305560" cy="317500"/>
          </a:xfrm>
          <a:prstGeom prst="flowChartOnlineStorag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6" name="流程图: 延期 125"/>
          <p:cNvSpPr/>
          <p:nvPr/>
        </p:nvSpPr>
        <p:spPr>
          <a:xfrm>
            <a:off x="7863205" y="810260"/>
            <a:ext cx="1377315" cy="339090"/>
          </a:xfrm>
          <a:prstGeom prst="flowChartDelay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7" name="流程图: 顺序访问存储器 126"/>
          <p:cNvSpPr/>
          <p:nvPr/>
        </p:nvSpPr>
        <p:spPr>
          <a:xfrm>
            <a:off x="7942580" y="1264285"/>
            <a:ext cx="1297940" cy="418465"/>
          </a:xfrm>
          <a:prstGeom prst="flowChartMagneticTap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8" name="流程图: 磁盘 127"/>
          <p:cNvSpPr/>
          <p:nvPr/>
        </p:nvSpPr>
        <p:spPr>
          <a:xfrm>
            <a:off x="8079740" y="1819275"/>
            <a:ext cx="1211580" cy="368300"/>
          </a:xfrm>
          <a:prstGeom prst="flowChartMagneticDisk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9" name="流程图: 直接访问存储器 128"/>
          <p:cNvSpPr/>
          <p:nvPr/>
        </p:nvSpPr>
        <p:spPr>
          <a:xfrm>
            <a:off x="8000365" y="2273935"/>
            <a:ext cx="1326515" cy="331470"/>
          </a:xfrm>
          <a:prstGeom prst="flowChartMagneticDru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0" name="流程图: 显示 129"/>
          <p:cNvSpPr/>
          <p:nvPr/>
        </p:nvSpPr>
        <p:spPr>
          <a:xfrm>
            <a:off x="8079740" y="2670175"/>
            <a:ext cx="1254760" cy="309880"/>
          </a:xfrm>
          <a:prstGeom prst="flowChartDisplay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1" name="爆炸形 1 130"/>
          <p:cNvSpPr/>
          <p:nvPr/>
        </p:nvSpPr>
        <p:spPr>
          <a:xfrm>
            <a:off x="8173720" y="3181985"/>
            <a:ext cx="987425" cy="259715"/>
          </a:xfrm>
          <a:prstGeom prst="irregularSeal1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2" name="爆炸形 2 131"/>
          <p:cNvSpPr/>
          <p:nvPr/>
        </p:nvSpPr>
        <p:spPr>
          <a:xfrm>
            <a:off x="8065135" y="3600450"/>
            <a:ext cx="1153795" cy="331470"/>
          </a:xfrm>
          <a:prstGeom prst="irregularSeal2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3" name="十字星 132"/>
          <p:cNvSpPr/>
          <p:nvPr/>
        </p:nvSpPr>
        <p:spPr>
          <a:xfrm>
            <a:off x="8253095" y="4121785"/>
            <a:ext cx="1038225" cy="410845"/>
          </a:xfrm>
          <a:prstGeom prst="star4">
            <a:avLst>
              <a:gd name="adj" fmla="val 500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4" name="五角星 133"/>
          <p:cNvSpPr/>
          <p:nvPr/>
        </p:nvSpPr>
        <p:spPr>
          <a:xfrm>
            <a:off x="8202295" y="4617085"/>
            <a:ext cx="922655" cy="324485"/>
          </a:xfrm>
          <a:prstGeom prst="star5">
            <a:avLst>
              <a:gd name="adj" fmla="val 5925"/>
              <a:gd name="hf" fmla="val 105146"/>
              <a:gd name="vf" fmla="val 110557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6" name="六角星 135"/>
          <p:cNvSpPr/>
          <p:nvPr/>
        </p:nvSpPr>
        <p:spPr>
          <a:xfrm>
            <a:off x="8274685" y="5049520"/>
            <a:ext cx="1045210" cy="389255"/>
          </a:xfrm>
          <a:prstGeom prst="star6">
            <a:avLst>
              <a:gd name="adj" fmla="val 11337"/>
              <a:gd name="hf" fmla="val 11547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7" name="七角星 136"/>
          <p:cNvSpPr/>
          <p:nvPr/>
        </p:nvSpPr>
        <p:spPr>
          <a:xfrm>
            <a:off x="8296275" y="5481955"/>
            <a:ext cx="1160780" cy="367665"/>
          </a:xfrm>
          <a:prstGeom prst="star7">
            <a:avLst>
              <a:gd name="adj" fmla="val 17004"/>
              <a:gd name="hf" fmla="val 102572"/>
              <a:gd name="vf" fmla="val 10521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8" name="八角星 137"/>
          <p:cNvSpPr/>
          <p:nvPr/>
        </p:nvSpPr>
        <p:spPr>
          <a:xfrm>
            <a:off x="8245475" y="5933440"/>
            <a:ext cx="1196340" cy="447040"/>
          </a:xfrm>
          <a:prstGeom prst="star8">
            <a:avLst>
              <a:gd name="adj" fmla="val 19602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9" name="十角星 138"/>
          <p:cNvSpPr/>
          <p:nvPr/>
        </p:nvSpPr>
        <p:spPr>
          <a:xfrm>
            <a:off x="9500235" y="204470"/>
            <a:ext cx="1290320" cy="497840"/>
          </a:xfrm>
          <a:prstGeom prst="star10">
            <a:avLst>
              <a:gd name="adj" fmla="val 6760"/>
              <a:gd name="hf" fmla="val 105146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1" name="十二角星 140"/>
          <p:cNvSpPr/>
          <p:nvPr/>
        </p:nvSpPr>
        <p:spPr>
          <a:xfrm>
            <a:off x="9608185" y="868045"/>
            <a:ext cx="1283335" cy="490220"/>
          </a:xfrm>
          <a:prstGeom prst="star12">
            <a:avLst>
              <a:gd name="adj" fmla="val 10492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2" name="十六角星 141"/>
          <p:cNvSpPr/>
          <p:nvPr/>
        </p:nvSpPr>
        <p:spPr>
          <a:xfrm>
            <a:off x="9615805" y="1492885"/>
            <a:ext cx="1196340" cy="475615"/>
          </a:xfrm>
          <a:prstGeom prst="star16">
            <a:avLst>
              <a:gd name="adj" fmla="val 21428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3" name="二十四角星 142"/>
          <p:cNvSpPr/>
          <p:nvPr/>
        </p:nvSpPr>
        <p:spPr>
          <a:xfrm>
            <a:off x="9608185" y="1985645"/>
            <a:ext cx="1326515" cy="525780"/>
          </a:xfrm>
          <a:prstGeom prst="star24">
            <a:avLst>
              <a:gd name="adj" fmla="val 20048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4" name="三十二角星 143"/>
          <p:cNvSpPr/>
          <p:nvPr/>
        </p:nvSpPr>
        <p:spPr>
          <a:xfrm>
            <a:off x="9672955" y="2562225"/>
            <a:ext cx="1312545" cy="526415"/>
          </a:xfrm>
          <a:prstGeom prst="star32">
            <a:avLst>
              <a:gd name="adj" fmla="val 20084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5" name="上凸带形 144"/>
          <p:cNvSpPr/>
          <p:nvPr/>
        </p:nvSpPr>
        <p:spPr>
          <a:xfrm>
            <a:off x="9672955" y="3175000"/>
            <a:ext cx="1327150" cy="410845"/>
          </a:xfrm>
          <a:prstGeom prst="ribbon2">
            <a:avLst>
              <a:gd name="adj1" fmla="val 33333"/>
              <a:gd name="adj2" fmla="val 72918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6" name="前凸带形 145"/>
          <p:cNvSpPr/>
          <p:nvPr/>
        </p:nvSpPr>
        <p:spPr>
          <a:xfrm>
            <a:off x="9608185" y="3650615"/>
            <a:ext cx="1463675" cy="375285"/>
          </a:xfrm>
          <a:prstGeom prst="ribbon">
            <a:avLst>
              <a:gd name="adj1" fmla="val 33333"/>
              <a:gd name="adj2" fmla="val 33362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7" name="上凸弯带形 146"/>
          <p:cNvSpPr/>
          <p:nvPr/>
        </p:nvSpPr>
        <p:spPr>
          <a:xfrm>
            <a:off x="9571990" y="4133850"/>
            <a:ext cx="1586230" cy="454025"/>
          </a:xfrm>
          <a:prstGeom prst="ellipseRibbon2">
            <a:avLst>
              <a:gd name="adj1" fmla="val 4895"/>
              <a:gd name="adj2" fmla="val 71086"/>
              <a:gd name="adj3" fmla="val 250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8" name="前凸弯带形 147"/>
          <p:cNvSpPr/>
          <p:nvPr/>
        </p:nvSpPr>
        <p:spPr>
          <a:xfrm>
            <a:off x="9571990" y="4660265"/>
            <a:ext cx="1686560" cy="447040"/>
          </a:xfrm>
          <a:prstGeom prst="ellipseRibbon">
            <a:avLst>
              <a:gd name="adj1" fmla="val 53409"/>
              <a:gd name="adj2" fmla="val 36746"/>
              <a:gd name="adj3" fmla="val 44886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9" name="竖卷形 148"/>
          <p:cNvSpPr/>
          <p:nvPr/>
        </p:nvSpPr>
        <p:spPr>
          <a:xfrm>
            <a:off x="9615805" y="5229860"/>
            <a:ext cx="490220" cy="821690"/>
          </a:xfrm>
          <a:prstGeom prst="verticalScroll">
            <a:avLst>
              <a:gd name="adj" fmla="val 250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0" name="横卷形 149"/>
          <p:cNvSpPr/>
          <p:nvPr/>
        </p:nvSpPr>
        <p:spPr>
          <a:xfrm>
            <a:off x="10278745" y="5185410"/>
            <a:ext cx="793115" cy="425450"/>
          </a:xfrm>
          <a:prstGeom prst="horizontalScroll">
            <a:avLst>
              <a:gd name="adj" fmla="val 250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1" name="波形 150"/>
          <p:cNvSpPr/>
          <p:nvPr/>
        </p:nvSpPr>
        <p:spPr>
          <a:xfrm>
            <a:off x="10242550" y="5814060"/>
            <a:ext cx="807720" cy="351790"/>
          </a:xfrm>
          <a:prstGeom prst="wave">
            <a:avLst>
              <a:gd name="adj1" fmla="val 20000"/>
              <a:gd name="adj2" fmla="val -100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2" name="双波形 151"/>
          <p:cNvSpPr/>
          <p:nvPr/>
        </p:nvSpPr>
        <p:spPr>
          <a:xfrm>
            <a:off x="9694545" y="6332855"/>
            <a:ext cx="1319530" cy="410845"/>
          </a:xfrm>
          <a:prstGeom prst="doubleWave">
            <a:avLst>
              <a:gd name="adj1" fmla="val 12500"/>
              <a:gd name="adj2" fmla="val -100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3" name="矩形标注 152"/>
          <p:cNvSpPr/>
          <p:nvPr/>
        </p:nvSpPr>
        <p:spPr>
          <a:xfrm flipV="1">
            <a:off x="11137265" y="-36195"/>
            <a:ext cx="1016000" cy="411480"/>
          </a:xfrm>
          <a:prstGeom prst="wedgeRectCallout">
            <a:avLst>
              <a:gd name="adj1" fmla="val -6125"/>
              <a:gd name="adj2" fmla="val 66358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4" name="圆角矩形标注 153"/>
          <p:cNvSpPr/>
          <p:nvPr/>
        </p:nvSpPr>
        <p:spPr>
          <a:xfrm flipV="1">
            <a:off x="11129010" y="471170"/>
            <a:ext cx="1085850" cy="411480"/>
          </a:xfrm>
          <a:prstGeom prst="wedgeRoundRectCallout">
            <a:avLst>
              <a:gd name="adj1" fmla="val -32807"/>
              <a:gd name="adj2" fmla="val 60956"/>
              <a:gd name="adj3" fmla="val 16667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5" name="椭圆形标注 154"/>
          <p:cNvSpPr/>
          <p:nvPr/>
        </p:nvSpPr>
        <p:spPr>
          <a:xfrm flipV="1">
            <a:off x="11135360" y="978535"/>
            <a:ext cx="1111250" cy="411480"/>
          </a:xfrm>
          <a:prstGeom prst="wedgeEllipseCallout">
            <a:avLst>
              <a:gd name="adj1" fmla="val 15142"/>
              <a:gd name="adj2" fmla="val 58641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6" name="云形标注 155"/>
          <p:cNvSpPr/>
          <p:nvPr/>
        </p:nvSpPr>
        <p:spPr>
          <a:xfrm flipV="1">
            <a:off x="11135360" y="1485900"/>
            <a:ext cx="1111250" cy="411480"/>
          </a:xfrm>
          <a:prstGeom prst="cloudCallout">
            <a:avLst>
              <a:gd name="adj1" fmla="val -36685"/>
              <a:gd name="adj2" fmla="val 57561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7" name="线形标注 1 156"/>
          <p:cNvSpPr/>
          <p:nvPr/>
        </p:nvSpPr>
        <p:spPr>
          <a:xfrm flipV="1">
            <a:off x="11511915" y="1993265"/>
            <a:ext cx="641350" cy="411480"/>
          </a:xfrm>
          <a:prstGeom prst="borderCallout1">
            <a:avLst>
              <a:gd name="adj1" fmla="val 20833"/>
              <a:gd name="adj2" fmla="val -4356"/>
              <a:gd name="adj3" fmla="val 53086"/>
              <a:gd name="adj4" fmla="val -43069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8" name="线形标注 2 157"/>
          <p:cNvSpPr/>
          <p:nvPr/>
        </p:nvSpPr>
        <p:spPr>
          <a:xfrm flipV="1">
            <a:off x="11478260" y="2500630"/>
            <a:ext cx="615950" cy="411480"/>
          </a:xfrm>
          <a:prstGeom prst="borderCallout2">
            <a:avLst>
              <a:gd name="adj1" fmla="val 15740"/>
              <a:gd name="adj2" fmla="val -16082"/>
              <a:gd name="adj3" fmla="val 70987"/>
              <a:gd name="adj4" fmla="val -14432"/>
              <a:gd name="adj5" fmla="val 62037"/>
              <a:gd name="adj6" fmla="val -34845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9" name="线形标注 3 158"/>
          <p:cNvSpPr/>
          <p:nvPr/>
        </p:nvSpPr>
        <p:spPr>
          <a:xfrm flipV="1">
            <a:off x="11415395" y="3030220"/>
            <a:ext cx="666750" cy="411480"/>
          </a:xfrm>
          <a:prstGeom prst="borderCallout3">
            <a:avLst>
              <a:gd name="adj1" fmla="val 39351"/>
              <a:gd name="adj2" fmla="val -4476"/>
              <a:gd name="adj3" fmla="val 50925"/>
              <a:gd name="adj4" fmla="val -10190"/>
              <a:gd name="adj5" fmla="val 58024"/>
              <a:gd name="adj6" fmla="val -28571"/>
              <a:gd name="adj7" fmla="val 89043"/>
              <a:gd name="adj8" fmla="val -6857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0" name="线形标注 1(带强调线) 159"/>
          <p:cNvSpPr/>
          <p:nvPr/>
        </p:nvSpPr>
        <p:spPr>
          <a:xfrm flipV="1">
            <a:off x="11471910" y="4022725"/>
            <a:ext cx="596900" cy="411480"/>
          </a:xfrm>
          <a:prstGeom prst="accentCallout1">
            <a:avLst>
              <a:gd name="adj1" fmla="val 51234"/>
              <a:gd name="adj2" fmla="val -5957"/>
              <a:gd name="adj3" fmla="val 44907"/>
              <a:gd name="adj4" fmla="val -23085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1" name="线形标注 2(带强调线) 160"/>
          <p:cNvSpPr/>
          <p:nvPr/>
        </p:nvSpPr>
        <p:spPr>
          <a:xfrm flipV="1">
            <a:off x="11478260" y="3515360"/>
            <a:ext cx="692150" cy="411480"/>
          </a:xfrm>
          <a:prstGeom prst="accentCallout2">
            <a:avLst>
              <a:gd name="adj1" fmla="val 39660"/>
              <a:gd name="adj2" fmla="val -3577"/>
              <a:gd name="adj3" fmla="val 73919"/>
              <a:gd name="adj4" fmla="val -14220"/>
              <a:gd name="adj5" fmla="val 41512"/>
              <a:gd name="adj6" fmla="val -24862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2" name="线形标注 3(带强调线) 161"/>
          <p:cNvSpPr/>
          <p:nvPr/>
        </p:nvSpPr>
        <p:spPr>
          <a:xfrm flipV="1">
            <a:off x="11465560" y="4530090"/>
            <a:ext cx="717550" cy="411480"/>
          </a:xfrm>
          <a:prstGeom prst="accentCallout3">
            <a:avLst>
              <a:gd name="adj1" fmla="val 25462"/>
              <a:gd name="adj2" fmla="val -3716"/>
              <a:gd name="adj3" fmla="val 9259"/>
              <a:gd name="adj4" fmla="val -11327"/>
              <a:gd name="adj5" fmla="val 56481"/>
              <a:gd name="adj6" fmla="val -7522"/>
              <a:gd name="adj7" fmla="val 44290"/>
              <a:gd name="adj8" fmla="val -15575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3" name="线形标注 1(无边框) 162"/>
          <p:cNvSpPr/>
          <p:nvPr/>
        </p:nvSpPr>
        <p:spPr>
          <a:xfrm flipV="1">
            <a:off x="11313160" y="5037455"/>
            <a:ext cx="825500" cy="411480"/>
          </a:xfrm>
          <a:prstGeom prst="callout1">
            <a:avLst>
              <a:gd name="adj1" fmla="val 16975"/>
              <a:gd name="adj2" fmla="val -2307"/>
              <a:gd name="adj3" fmla="val 82098"/>
              <a:gd name="adj4" fmla="val -15846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4" name="线形标注 3(无边框) 163"/>
          <p:cNvSpPr/>
          <p:nvPr/>
        </p:nvSpPr>
        <p:spPr>
          <a:xfrm>
            <a:off x="11344910" y="6105525"/>
            <a:ext cx="808355" cy="346075"/>
          </a:xfrm>
          <a:prstGeom prst="callout3">
            <a:avLst>
              <a:gd name="adj1" fmla="val 29357"/>
              <a:gd name="adj2" fmla="val -4399"/>
              <a:gd name="adj3" fmla="val 62201"/>
              <a:gd name="adj4" fmla="val -7227"/>
              <a:gd name="adj5" fmla="val 61100"/>
              <a:gd name="adj6" fmla="val -19402"/>
              <a:gd name="adj7" fmla="val 95596"/>
              <a:gd name="adj8" fmla="val -6362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5" name="线形标注 2(无边框) 164"/>
          <p:cNvSpPr/>
          <p:nvPr/>
        </p:nvSpPr>
        <p:spPr>
          <a:xfrm>
            <a:off x="11430000" y="5567680"/>
            <a:ext cx="664210" cy="365760"/>
          </a:xfrm>
          <a:prstGeom prst="callout2">
            <a:avLst>
              <a:gd name="adj1" fmla="val 18229"/>
              <a:gd name="adj2" fmla="val -4302"/>
              <a:gd name="adj3" fmla="val 46180"/>
              <a:gd name="adj4" fmla="val -7265"/>
              <a:gd name="adj5" fmla="val 14756"/>
              <a:gd name="adj6" fmla="val -20172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6" name="线形标注 1(带边框和强调线) 165"/>
          <p:cNvSpPr/>
          <p:nvPr/>
        </p:nvSpPr>
        <p:spPr>
          <a:xfrm>
            <a:off x="12472670" y="-81915"/>
            <a:ext cx="462280" cy="596265"/>
          </a:xfrm>
          <a:prstGeom prst="accentBorderCallout1">
            <a:avLst>
              <a:gd name="adj1" fmla="val 51437"/>
              <a:gd name="adj2" fmla="val -18681"/>
              <a:gd name="adj3" fmla="val 43237"/>
              <a:gd name="adj4" fmla="val -38736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7" name="线形标注 2(带边框和强调线) 166"/>
          <p:cNvSpPr/>
          <p:nvPr/>
        </p:nvSpPr>
        <p:spPr>
          <a:xfrm>
            <a:off x="12458065" y="713740"/>
            <a:ext cx="567690" cy="644525"/>
          </a:xfrm>
          <a:prstGeom prst="accentBorderCallout2">
            <a:avLst>
              <a:gd name="adj1" fmla="val 24137"/>
              <a:gd name="adj2" fmla="val -4138"/>
              <a:gd name="adj3" fmla="val 62561"/>
              <a:gd name="adj4" fmla="val -10514"/>
              <a:gd name="adj5" fmla="val 37832"/>
              <a:gd name="adj6" fmla="val -21476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8" name="线形标注 3(带边框和强调线) 167"/>
          <p:cNvSpPr/>
          <p:nvPr/>
        </p:nvSpPr>
        <p:spPr>
          <a:xfrm>
            <a:off x="12472670" y="1524635"/>
            <a:ext cx="490855" cy="635000"/>
          </a:xfrm>
          <a:prstGeom prst="accentBorderCallout3">
            <a:avLst>
              <a:gd name="adj1" fmla="val 20000"/>
              <a:gd name="adj2" fmla="val -4786"/>
              <a:gd name="adj3" fmla="val 2800"/>
              <a:gd name="adj4" fmla="val -23156"/>
              <a:gd name="adj5" fmla="val 19200"/>
              <a:gd name="adj6" fmla="val -32212"/>
              <a:gd name="adj7" fmla="val 33000"/>
              <a:gd name="adj8" fmla="val -15394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YuanMeng</cp:lastModifiedBy>
  <cp:revision>238</cp:revision>
  <dcterms:created xsi:type="dcterms:W3CDTF">2019-06-19T02:08:00Z</dcterms:created>
  <dcterms:modified xsi:type="dcterms:W3CDTF">2026-08-14T07:09:57Z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E9028410041E4C909C5347495E4D828C_11</vt:lpwstr>
  </property>
</Properties>
</file>